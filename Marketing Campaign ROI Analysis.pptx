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sldIdLst>
    <p:sldId id="385" r:id="rId3"/>
    <p:sldId id="386" r:id="rId4"/>
    <p:sldId id="411" r:id="rId5"/>
    <p:sldId id="394" r:id="rId6"/>
    <p:sldId id="396" r:id="rId7"/>
    <p:sldId id="402" r:id="rId8"/>
    <p:sldId id="404" r:id="rId9"/>
    <p:sldId id="406" r:id="rId10"/>
    <p:sldId id="409" r:id="rId11"/>
    <p:sldId id="410" r:id="rId12"/>
    <p:sldId id="398" r:id="rId13"/>
    <p:sldId id="412" r:id="rId14"/>
    <p:sldId id="40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8" d="100"/>
          <a:sy n="78" d="100"/>
        </p:scale>
        <p:origin x="87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79C71-2B0D-DABB-E1C4-F6E2B744128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9D8DAAA-6335-3FCE-72C7-DE9C68A5D83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2279663-197B-13FF-4B21-9A5C760FD985}"/>
              </a:ext>
            </a:extLst>
          </p:cNvPr>
          <p:cNvSpPr>
            <a:spLocks noGrp="1"/>
          </p:cNvSpPr>
          <p:nvPr>
            <p:ph type="dt" sz="half" idx="10"/>
          </p:nvPr>
        </p:nvSpPr>
        <p:spPr/>
        <p:txBody>
          <a:bodyPr/>
          <a:lstStyle/>
          <a:p>
            <a:fld id="{6914BAEA-26FF-4E5F-A2D4-1A5C8E994770}" type="datetimeFigureOut">
              <a:rPr lang="en-IN" smtClean="0"/>
              <a:t>22-03-2026</a:t>
            </a:fld>
            <a:endParaRPr lang="en-IN"/>
          </a:p>
        </p:txBody>
      </p:sp>
      <p:sp>
        <p:nvSpPr>
          <p:cNvPr id="5" name="Footer Placeholder 4">
            <a:extLst>
              <a:ext uri="{FF2B5EF4-FFF2-40B4-BE49-F238E27FC236}">
                <a16:creationId xmlns:a16="http://schemas.microsoft.com/office/drawing/2014/main" id="{9041BD36-26CC-6982-AAD6-8B83717B48C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189EEFE-6221-361F-B5C4-99C611E6E23C}"/>
              </a:ext>
            </a:extLst>
          </p:cNvPr>
          <p:cNvSpPr>
            <a:spLocks noGrp="1"/>
          </p:cNvSpPr>
          <p:nvPr>
            <p:ph type="sldNum" sz="quarter" idx="12"/>
          </p:nvPr>
        </p:nvSpPr>
        <p:spPr/>
        <p:txBody>
          <a:bodyPr/>
          <a:lstStyle/>
          <a:p>
            <a:fld id="{3B3D7D92-63F6-4137-895D-83836DF0D0AD}" type="slidenum">
              <a:rPr lang="en-IN" smtClean="0"/>
              <a:t>‹#›</a:t>
            </a:fld>
            <a:endParaRPr lang="en-IN"/>
          </a:p>
        </p:txBody>
      </p:sp>
    </p:spTree>
    <p:extLst>
      <p:ext uri="{BB962C8B-B14F-4D97-AF65-F5344CB8AC3E}">
        <p14:creationId xmlns:p14="http://schemas.microsoft.com/office/powerpoint/2010/main" val="1732025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FE94B2-09D7-732B-63C3-4F3E2470C8E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70BEEE3-D387-91CE-4226-3F4F6CA25E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2B29C2D-7BE2-9281-0AA9-599359831AC5}"/>
              </a:ext>
            </a:extLst>
          </p:cNvPr>
          <p:cNvSpPr>
            <a:spLocks noGrp="1"/>
          </p:cNvSpPr>
          <p:nvPr>
            <p:ph type="dt" sz="half" idx="10"/>
          </p:nvPr>
        </p:nvSpPr>
        <p:spPr/>
        <p:txBody>
          <a:bodyPr/>
          <a:lstStyle/>
          <a:p>
            <a:fld id="{6914BAEA-26FF-4E5F-A2D4-1A5C8E994770}" type="datetimeFigureOut">
              <a:rPr lang="en-IN" smtClean="0"/>
              <a:t>22-03-2026</a:t>
            </a:fld>
            <a:endParaRPr lang="en-IN"/>
          </a:p>
        </p:txBody>
      </p:sp>
      <p:sp>
        <p:nvSpPr>
          <p:cNvPr id="5" name="Footer Placeholder 4">
            <a:extLst>
              <a:ext uri="{FF2B5EF4-FFF2-40B4-BE49-F238E27FC236}">
                <a16:creationId xmlns:a16="http://schemas.microsoft.com/office/drawing/2014/main" id="{214D5ED1-2D7F-91E2-E62F-5A702C39C6D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4D2F6FE-B0D1-603C-3188-848C2CE74AB9}"/>
              </a:ext>
            </a:extLst>
          </p:cNvPr>
          <p:cNvSpPr>
            <a:spLocks noGrp="1"/>
          </p:cNvSpPr>
          <p:nvPr>
            <p:ph type="sldNum" sz="quarter" idx="12"/>
          </p:nvPr>
        </p:nvSpPr>
        <p:spPr/>
        <p:txBody>
          <a:bodyPr/>
          <a:lstStyle/>
          <a:p>
            <a:fld id="{3B3D7D92-63F6-4137-895D-83836DF0D0AD}" type="slidenum">
              <a:rPr lang="en-IN" smtClean="0"/>
              <a:t>‹#›</a:t>
            </a:fld>
            <a:endParaRPr lang="en-IN"/>
          </a:p>
        </p:txBody>
      </p:sp>
    </p:spTree>
    <p:extLst>
      <p:ext uri="{BB962C8B-B14F-4D97-AF65-F5344CB8AC3E}">
        <p14:creationId xmlns:p14="http://schemas.microsoft.com/office/powerpoint/2010/main" val="10033169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15D5B-0AB9-6D37-694D-D70A693A220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A6AC85A-EB98-059A-B85A-D8807CF0397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93B9270-B81A-4E38-7D67-790B63676FC3}"/>
              </a:ext>
            </a:extLst>
          </p:cNvPr>
          <p:cNvSpPr>
            <a:spLocks noGrp="1"/>
          </p:cNvSpPr>
          <p:nvPr>
            <p:ph type="dt" sz="half" idx="10"/>
          </p:nvPr>
        </p:nvSpPr>
        <p:spPr/>
        <p:txBody>
          <a:bodyPr/>
          <a:lstStyle/>
          <a:p>
            <a:fld id="{6914BAEA-26FF-4E5F-A2D4-1A5C8E994770}" type="datetimeFigureOut">
              <a:rPr lang="en-IN" smtClean="0"/>
              <a:t>22-03-2026</a:t>
            </a:fld>
            <a:endParaRPr lang="en-IN"/>
          </a:p>
        </p:txBody>
      </p:sp>
      <p:sp>
        <p:nvSpPr>
          <p:cNvPr id="5" name="Footer Placeholder 4">
            <a:extLst>
              <a:ext uri="{FF2B5EF4-FFF2-40B4-BE49-F238E27FC236}">
                <a16:creationId xmlns:a16="http://schemas.microsoft.com/office/drawing/2014/main" id="{15B749FD-93B6-07D9-CC72-3B6A5384EFA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BDA560D-6F55-AF8C-F52B-445B8CC0909C}"/>
              </a:ext>
            </a:extLst>
          </p:cNvPr>
          <p:cNvSpPr>
            <a:spLocks noGrp="1"/>
          </p:cNvSpPr>
          <p:nvPr>
            <p:ph type="sldNum" sz="quarter" idx="12"/>
          </p:nvPr>
        </p:nvSpPr>
        <p:spPr/>
        <p:txBody>
          <a:bodyPr/>
          <a:lstStyle/>
          <a:p>
            <a:fld id="{3B3D7D92-63F6-4137-895D-83836DF0D0AD}" type="slidenum">
              <a:rPr lang="en-IN" smtClean="0"/>
              <a:t>‹#›</a:t>
            </a:fld>
            <a:endParaRPr lang="en-IN"/>
          </a:p>
        </p:txBody>
      </p:sp>
    </p:spTree>
    <p:extLst>
      <p:ext uri="{BB962C8B-B14F-4D97-AF65-F5344CB8AC3E}">
        <p14:creationId xmlns:p14="http://schemas.microsoft.com/office/powerpoint/2010/main" val="29430019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C0795-EEAE-73CF-35A1-4186054B899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46294B4-3518-F128-3F7C-23A5652A7D8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1EC1335-7544-BB9B-846C-8090983D1D4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E979A23-0F01-3CF6-2FFE-D35137BBB8B3}"/>
              </a:ext>
            </a:extLst>
          </p:cNvPr>
          <p:cNvSpPr>
            <a:spLocks noGrp="1"/>
          </p:cNvSpPr>
          <p:nvPr>
            <p:ph type="dt" sz="half" idx="10"/>
          </p:nvPr>
        </p:nvSpPr>
        <p:spPr/>
        <p:txBody>
          <a:bodyPr/>
          <a:lstStyle/>
          <a:p>
            <a:fld id="{6914BAEA-26FF-4E5F-A2D4-1A5C8E994770}" type="datetimeFigureOut">
              <a:rPr lang="en-IN" smtClean="0"/>
              <a:t>22-03-2026</a:t>
            </a:fld>
            <a:endParaRPr lang="en-IN"/>
          </a:p>
        </p:txBody>
      </p:sp>
      <p:sp>
        <p:nvSpPr>
          <p:cNvPr id="6" name="Footer Placeholder 5">
            <a:extLst>
              <a:ext uri="{FF2B5EF4-FFF2-40B4-BE49-F238E27FC236}">
                <a16:creationId xmlns:a16="http://schemas.microsoft.com/office/drawing/2014/main" id="{15131BD4-6A44-63AD-AAD0-0602FBCDBBC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A97239A-1724-1F87-8E39-5B483188A502}"/>
              </a:ext>
            </a:extLst>
          </p:cNvPr>
          <p:cNvSpPr>
            <a:spLocks noGrp="1"/>
          </p:cNvSpPr>
          <p:nvPr>
            <p:ph type="sldNum" sz="quarter" idx="12"/>
          </p:nvPr>
        </p:nvSpPr>
        <p:spPr/>
        <p:txBody>
          <a:bodyPr/>
          <a:lstStyle/>
          <a:p>
            <a:fld id="{3B3D7D92-63F6-4137-895D-83836DF0D0AD}" type="slidenum">
              <a:rPr lang="en-IN" smtClean="0"/>
              <a:t>‹#›</a:t>
            </a:fld>
            <a:endParaRPr lang="en-IN"/>
          </a:p>
        </p:txBody>
      </p:sp>
    </p:spTree>
    <p:extLst>
      <p:ext uri="{BB962C8B-B14F-4D97-AF65-F5344CB8AC3E}">
        <p14:creationId xmlns:p14="http://schemas.microsoft.com/office/powerpoint/2010/main" val="42365452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0D9A6-ABFF-FB95-1738-2A9BF7E6ADB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6824328-DF70-89A7-F4E6-10ADC4B7BBF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8D99227-9F90-497F-25ED-5262AC8289C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BD527BB-FCF2-EA32-A6AD-FDFD10D1EA0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10D6F29-DE0E-20A4-14C8-10672446129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E307759-E242-2779-D246-E147FD5E70C2}"/>
              </a:ext>
            </a:extLst>
          </p:cNvPr>
          <p:cNvSpPr>
            <a:spLocks noGrp="1"/>
          </p:cNvSpPr>
          <p:nvPr>
            <p:ph type="dt" sz="half" idx="10"/>
          </p:nvPr>
        </p:nvSpPr>
        <p:spPr/>
        <p:txBody>
          <a:bodyPr/>
          <a:lstStyle/>
          <a:p>
            <a:fld id="{6914BAEA-26FF-4E5F-A2D4-1A5C8E994770}" type="datetimeFigureOut">
              <a:rPr lang="en-IN" smtClean="0"/>
              <a:t>22-03-2026</a:t>
            </a:fld>
            <a:endParaRPr lang="en-IN"/>
          </a:p>
        </p:txBody>
      </p:sp>
      <p:sp>
        <p:nvSpPr>
          <p:cNvPr id="8" name="Footer Placeholder 7">
            <a:extLst>
              <a:ext uri="{FF2B5EF4-FFF2-40B4-BE49-F238E27FC236}">
                <a16:creationId xmlns:a16="http://schemas.microsoft.com/office/drawing/2014/main" id="{D0F4E827-5FC0-0C3B-E314-05E913D5264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4E2975C-8463-095D-B718-E97AC29362C2}"/>
              </a:ext>
            </a:extLst>
          </p:cNvPr>
          <p:cNvSpPr>
            <a:spLocks noGrp="1"/>
          </p:cNvSpPr>
          <p:nvPr>
            <p:ph type="sldNum" sz="quarter" idx="12"/>
          </p:nvPr>
        </p:nvSpPr>
        <p:spPr/>
        <p:txBody>
          <a:bodyPr/>
          <a:lstStyle/>
          <a:p>
            <a:fld id="{3B3D7D92-63F6-4137-895D-83836DF0D0AD}" type="slidenum">
              <a:rPr lang="en-IN" smtClean="0"/>
              <a:t>‹#›</a:t>
            </a:fld>
            <a:endParaRPr lang="en-IN"/>
          </a:p>
        </p:txBody>
      </p:sp>
    </p:spTree>
    <p:extLst>
      <p:ext uri="{BB962C8B-B14F-4D97-AF65-F5344CB8AC3E}">
        <p14:creationId xmlns:p14="http://schemas.microsoft.com/office/powerpoint/2010/main" val="34909121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AF8193-8FAD-6722-E29A-96F83F5254B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40A97C3-5871-2950-4C07-F7E44C0E9B1A}"/>
              </a:ext>
            </a:extLst>
          </p:cNvPr>
          <p:cNvSpPr>
            <a:spLocks noGrp="1"/>
          </p:cNvSpPr>
          <p:nvPr>
            <p:ph type="dt" sz="half" idx="10"/>
          </p:nvPr>
        </p:nvSpPr>
        <p:spPr/>
        <p:txBody>
          <a:bodyPr/>
          <a:lstStyle/>
          <a:p>
            <a:fld id="{6914BAEA-26FF-4E5F-A2D4-1A5C8E994770}" type="datetimeFigureOut">
              <a:rPr lang="en-IN" smtClean="0"/>
              <a:t>22-03-2026</a:t>
            </a:fld>
            <a:endParaRPr lang="en-IN"/>
          </a:p>
        </p:txBody>
      </p:sp>
      <p:sp>
        <p:nvSpPr>
          <p:cNvPr id="4" name="Footer Placeholder 3">
            <a:extLst>
              <a:ext uri="{FF2B5EF4-FFF2-40B4-BE49-F238E27FC236}">
                <a16:creationId xmlns:a16="http://schemas.microsoft.com/office/drawing/2014/main" id="{BC12384A-35FF-294B-54FB-1F6C82E5C3F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40A8E05-B53C-237A-A158-290EDFFD63A6}"/>
              </a:ext>
            </a:extLst>
          </p:cNvPr>
          <p:cNvSpPr>
            <a:spLocks noGrp="1"/>
          </p:cNvSpPr>
          <p:nvPr>
            <p:ph type="sldNum" sz="quarter" idx="12"/>
          </p:nvPr>
        </p:nvSpPr>
        <p:spPr/>
        <p:txBody>
          <a:bodyPr/>
          <a:lstStyle/>
          <a:p>
            <a:fld id="{3B3D7D92-63F6-4137-895D-83836DF0D0AD}" type="slidenum">
              <a:rPr lang="en-IN" smtClean="0"/>
              <a:t>‹#›</a:t>
            </a:fld>
            <a:endParaRPr lang="en-IN"/>
          </a:p>
        </p:txBody>
      </p:sp>
    </p:spTree>
    <p:extLst>
      <p:ext uri="{BB962C8B-B14F-4D97-AF65-F5344CB8AC3E}">
        <p14:creationId xmlns:p14="http://schemas.microsoft.com/office/powerpoint/2010/main" val="38704808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023531C-DEA4-CADA-989D-A71F8F6CD6B8}"/>
              </a:ext>
            </a:extLst>
          </p:cNvPr>
          <p:cNvSpPr>
            <a:spLocks noGrp="1"/>
          </p:cNvSpPr>
          <p:nvPr>
            <p:ph type="dt" sz="half" idx="10"/>
          </p:nvPr>
        </p:nvSpPr>
        <p:spPr/>
        <p:txBody>
          <a:bodyPr/>
          <a:lstStyle/>
          <a:p>
            <a:fld id="{6914BAEA-26FF-4E5F-A2D4-1A5C8E994770}" type="datetimeFigureOut">
              <a:rPr lang="en-IN" smtClean="0"/>
              <a:t>22-03-2026</a:t>
            </a:fld>
            <a:endParaRPr lang="en-IN"/>
          </a:p>
        </p:txBody>
      </p:sp>
      <p:sp>
        <p:nvSpPr>
          <p:cNvPr id="3" name="Footer Placeholder 2">
            <a:extLst>
              <a:ext uri="{FF2B5EF4-FFF2-40B4-BE49-F238E27FC236}">
                <a16:creationId xmlns:a16="http://schemas.microsoft.com/office/drawing/2014/main" id="{F7869337-E4D2-0EF5-585B-B3CE40065C3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1D9421E-6E18-2D4B-731B-2EDBA610C1E5}"/>
              </a:ext>
            </a:extLst>
          </p:cNvPr>
          <p:cNvSpPr>
            <a:spLocks noGrp="1"/>
          </p:cNvSpPr>
          <p:nvPr>
            <p:ph type="sldNum" sz="quarter" idx="12"/>
          </p:nvPr>
        </p:nvSpPr>
        <p:spPr/>
        <p:txBody>
          <a:bodyPr/>
          <a:lstStyle/>
          <a:p>
            <a:fld id="{3B3D7D92-63F6-4137-895D-83836DF0D0AD}" type="slidenum">
              <a:rPr lang="en-IN" smtClean="0"/>
              <a:t>‹#›</a:t>
            </a:fld>
            <a:endParaRPr lang="en-IN"/>
          </a:p>
        </p:txBody>
      </p:sp>
    </p:spTree>
    <p:extLst>
      <p:ext uri="{BB962C8B-B14F-4D97-AF65-F5344CB8AC3E}">
        <p14:creationId xmlns:p14="http://schemas.microsoft.com/office/powerpoint/2010/main" val="12839194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6852AA-6519-0656-073E-87FCD24874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CB06CE3-ED91-7C9A-1253-0453490199B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465DCCE-8FCC-0E1F-AC0F-8F02E2E546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C2ABC47-A839-578D-6B3A-61BF22C6078F}"/>
              </a:ext>
            </a:extLst>
          </p:cNvPr>
          <p:cNvSpPr>
            <a:spLocks noGrp="1"/>
          </p:cNvSpPr>
          <p:nvPr>
            <p:ph type="dt" sz="half" idx="10"/>
          </p:nvPr>
        </p:nvSpPr>
        <p:spPr/>
        <p:txBody>
          <a:bodyPr/>
          <a:lstStyle/>
          <a:p>
            <a:fld id="{6914BAEA-26FF-4E5F-A2D4-1A5C8E994770}" type="datetimeFigureOut">
              <a:rPr lang="en-IN" smtClean="0"/>
              <a:t>22-03-2026</a:t>
            </a:fld>
            <a:endParaRPr lang="en-IN"/>
          </a:p>
        </p:txBody>
      </p:sp>
      <p:sp>
        <p:nvSpPr>
          <p:cNvPr id="6" name="Footer Placeholder 5">
            <a:extLst>
              <a:ext uri="{FF2B5EF4-FFF2-40B4-BE49-F238E27FC236}">
                <a16:creationId xmlns:a16="http://schemas.microsoft.com/office/drawing/2014/main" id="{08B025D2-7E25-6D30-2BFB-BDB6D5C7A72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FAD7D67-A07B-79D5-F308-B37EE72E79BA}"/>
              </a:ext>
            </a:extLst>
          </p:cNvPr>
          <p:cNvSpPr>
            <a:spLocks noGrp="1"/>
          </p:cNvSpPr>
          <p:nvPr>
            <p:ph type="sldNum" sz="quarter" idx="12"/>
          </p:nvPr>
        </p:nvSpPr>
        <p:spPr/>
        <p:txBody>
          <a:bodyPr/>
          <a:lstStyle/>
          <a:p>
            <a:fld id="{3B3D7D92-63F6-4137-895D-83836DF0D0AD}" type="slidenum">
              <a:rPr lang="en-IN" smtClean="0"/>
              <a:t>‹#›</a:t>
            </a:fld>
            <a:endParaRPr lang="en-IN"/>
          </a:p>
        </p:txBody>
      </p:sp>
    </p:spTree>
    <p:extLst>
      <p:ext uri="{BB962C8B-B14F-4D97-AF65-F5344CB8AC3E}">
        <p14:creationId xmlns:p14="http://schemas.microsoft.com/office/powerpoint/2010/main" val="1786565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EDA48A-C817-B190-3BDC-AF6557FE8BA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6690C8C-2E44-C10C-8756-4DB25362B9D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BE12DC8-8FC2-02B8-8F29-B116BB21CE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BFFD3D-1D16-953E-ADDD-DE83175DFF48}"/>
              </a:ext>
            </a:extLst>
          </p:cNvPr>
          <p:cNvSpPr>
            <a:spLocks noGrp="1"/>
          </p:cNvSpPr>
          <p:nvPr>
            <p:ph type="dt" sz="half" idx="10"/>
          </p:nvPr>
        </p:nvSpPr>
        <p:spPr/>
        <p:txBody>
          <a:bodyPr/>
          <a:lstStyle/>
          <a:p>
            <a:fld id="{6914BAEA-26FF-4E5F-A2D4-1A5C8E994770}" type="datetimeFigureOut">
              <a:rPr lang="en-IN" smtClean="0"/>
              <a:t>22-03-2026</a:t>
            </a:fld>
            <a:endParaRPr lang="en-IN"/>
          </a:p>
        </p:txBody>
      </p:sp>
      <p:sp>
        <p:nvSpPr>
          <p:cNvPr id="6" name="Footer Placeholder 5">
            <a:extLst>
              <a:ext uri="{FF2B5EF4-FFF2-40B4-BE49-F238E27FC236}">
                <a16:creationId xmlns:a16="http://schemas.microsoft.com/office/drawing/2014/main" id="{878281C0-BD97-DB8D-06D5-B48F1A49A9E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4326A87-3672-6312-823D-B9273D0C9B85}"/>
              </a:ext>
            </a:extLst>
          </p:cNvPr>
          <p:cNvSpPr>
            <a:spLocks noGrp="1"/>
          </p:cNvSpPr>
          <p:nvPr>
            <p:ph type="sldNum" sz="quarter" idx="12"/>
          </p:nvPr>
        </p:nvSpPr>
        <p:spPr/>
        <p:txBody>
          <a:bodyPr/>
          <a:lstStyle/>
          <a:p>
            <a:fld id="{3B3D7D92-63F6-4137-895D-83836DF0D0AD}" type="slidenum">
              <a:rPr lang="en-IN" smtClean="0"/>
              <a:t>‹#›</a:t>
            </a:fld>
            <a:endParaRPr lang="en-IN"/>
          </a:p>
        </p:txBody>
      </p:sp>
    </p:spTree>
    <p:extLst>
      <p:ext uri="{BB962C8B-B14F-4D97-AF65-F5344CB8AC3E}">
        <p14:creationId xmlns:p14="http://schemas.microsoft.com/office/powerpoint/2010/main" val="27911379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236E8-A97B-B4ED-D1F3-F9DFFFFEAB7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AA9E22F-1FC1-FBDB-FAE3-ACA4D49C538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C7C2EDB-3F8C-2B37-76B6-6C32C14C8904}"/>
              </a:ext>
            </a:extLst>
          </p:cNvPr>
          <p:cNvSpPr>
            <a:spLocks noGrp="1"/>
          </p:cNvSpPr>
          <p:nvPr>
            <p:ph type="dt" sz="half" idx="10"/>
          </p:nvPr>
        </p:nvSpPr>
        <p:spPr/>
        <p:txBody>
          <a:bodyPr/>
          <a:lstStyle/>
          <a:p>
            <a:fld id="{6914BAEA-26FF-4E5F-A2D4-1A5C8E994770}" type="datetimeFigureOut">
              <a:rPr lang="en-IN" smtClean="0"/>
              <a:t>22-03-2026</a:t>
            </a:fld>
            <a:endParaRPr lang="en-IN"/>
          </a:p>
        </p:txBody>
      </p:sp>
      <p:sp>
        <p:nvSpPr>
          <p:cNvPr id="5" name="Footer Placeholder 4">
            <a:extLst>
              <a:ext uri="{FF2B5EF4-FFF2-40B4-BE49-F238E27FC236}">
                <a16:creationId xmlns:a16="http://schemas.microsoft.com/office/drawing/2014/main" id="{C9DB1550-21BF-AFC9-E221-519EF1C57F7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C637BA9-8E36-EE50-FD6B-E5C9DDDC7982}"/>
              </a:ext>
            </a:extLst>
          </p:cNvPr>
          <p:cNvSpPr>
            <a:spLocks noGrp="1"/>
          </p:cNvSpPr>
          <p:nvPr>
            <p:ph type="sldNum" sz="quarter" idx="12"/>
          </p:nvPr>
        </p:nvSpPr>
        <p:spPr/>
        <p:txBody>
          <a:bodyPr/>
          <a:lstStyle/>
          <a:p>
            <a:fld id="{3B3D7D92-63F6-4137-895D-83836DF0D0AD}" type="slidenum">
              <a:rPr lang="en-IN" smtClean="0"/>
              <a:t>‹#›</a:t>
            </a:fld>
            <a:endParaRPr lang="en-IN"/>
          </a:p>
        </p:txBody>
      </p:sp>
    </p:spTree>
    <p:extLst>
      <p:ext uri="{BB962C8B-B14F-4D97-AF65-F5344CB8AC3E}">
        <p14:creationId xmlns:p14="http://schemas.microsoft.com/office/powerpoint/2010/main" val="38468927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509A66E-4982-C420-D99A-2183522AD37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F8D1791-07BD-C2FD-8BD7-F958BD897A2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21618F8-FB8C-8FB2-2C76-664D1934DC9F}"/>
              </a:ext>
            </a:extLst>
          </p:cNvPr>
          <p:cNvSpPr>
            <a:spLocks noGrp="1"/>
          </p:cNvSpPr>
          <p:nvPr>
            <p:ph type="dt" sz="half" idx="10"/>
          </p:nvPr>
        </p:nvSpPr>
        <p:spPr/>
        <p:txBody>
          <a:bodyPr/>
          <a:lstStyle/>
          <a:p>
            <a:fld id="{6914BAEA-26FF-4E5F-A2D4-1A5C8E994770}" type="datetimeFigureOut">
              <a:rPr lang="en-IN" smtClean="0"/>
              <a:t>22-03-2026</a:t>
            </a:fld>
            <a:endParaRPr lang="en-IN"/>
          </a:p>
        </p:txBody>
      </p:sp>
      <p:sp>
        <p:nvSpPr>
          <p:cNvPr id="5" name="Footer Placeholder 4">
            <a:extLst>
              <a:ext uri="{FF2B5EF4-FFF2-40B4-BE49-F238E27FC236}">
                <a16:creationId xmlns:a16="http://schemas.microsoft.com/office/drawing/2014/main" id="{2C1F704D-E81B-E923-E7C6-A573C855C8B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73DE9DB-78F4-D3CE-562F-B86F7CCFF9D2}"/>
              </a:ext>
            </a:extLst>
          </p:cNvPr>
          <p:cNvSpPr>
            <a:spLocks noGrp="1"/>
          </p:cNvSpPr>
          <p:nvPr>
            <p:ph type="sldNum" sz="quarter" idx="12"/>
          </p:nvPr>
        </p:nvSpPr>
        <p:spPr/>
        <p:txBody>
          <a:bodyPr/>
          <a:lstStyle/>
          <a:p>
            <a:fld id="{3B3D7D92-63F6-4137-895D-83836DF0D0AD}" type="slidenum">
              <a:rPr lang="en-IN" smtClean="0"/>
              <a:t>‹#›</a:t>
            </a:fld>
            <a:endParaRPr lang="en-IN"/>
          </a:p>
        </p:txBody>
      </p:sp>
    </p:spTree>
    <p:extLst>
      <p:ext uri="{BB962C8B-B14F-4D97-AF65-F5344CB8AC3E}">
        <p14:creationId xmlns:p14="http://schemas.microsoft.com/office/powerpoint/2010/main" val="12358518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_Title Slide">
    <p:spTree>
      <p:nvGrpSpPr>
        <p:cNvPr id="1" name=""/>
        <p:cNvGrpSpPr/>
        <p:nvPr/>
      </p:nvGrpSpPr>
      <p:grpSpPr>
        <a:xfrm>
          <a:off x="0" y="0"/>
          <a:ext cx="0" cy="0"/>
          <a:chOff x="0" y="0"/>
          <a:chExt cx="0" cy="0"/>
        </a:xfrm>
      </p:grpSpPr>
      <p:sp>
        <p:nvSpPr>
          <p:cNvPr id="2" name="Title 1"/>
          <p:cNvSpPr>
            <a:spLocks noGrp="1"/>
          </p:cNvSpPr>
          <p:nvPr>
            <p:ph type="title"/>
          </p:nvPr>
        </p:nvSpPr>
        <p:spPr>
          <a:xfrm>
            <a:off x="448056" y="2551176"/>
            <a:ext cx="9922447" cy="914400"/>
          </a:xfrm>
        </p:spPr>
        <p:txBody>
          <a:bodyPr/>
          <a:lstStyle>
            <a:lvl1pPr>
              <a:defRPr sz="5400" b="0">
                <a:solidFill>
                  <a:schemeClr val="tx1"/>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B107D0E1-EAED-8E08-24BA-8F930364BA96}"/>
              </a:ext>
            </a:extLst>
          </p:cNvPr>
          <p:cNvSpPr>
            <a:spLocks noGrp="1"/>
          </p:cNvSpPr>
          <p:nvPr>
            <p:ph type="body" sz="quarter" idx="10"/>
          </p:nvPr>
        </p:nvSpPr>
        <p:spPr>
          <a:xfrm>
            <a:off x="448056" y="3575304"/>
            <a:ext cx="9921943" cy="862012"/>
          </a:xfrm>
        </p:spPr>
        <p:txBody>
          <a:bodyPr>
            <a:normAutofit/>
          </a:bodyPr>
          <a:lstStyle>
            <a:lvl1pPr>
              <a:defRPr sz="2400">
                <a:solidFill>
                  <a:schemeClr val="accent2"/>
                </a:solidFill>
              </a:defRPr>
            </a:lvl1pPr>
          </a:lstStyle>
          <a:p>
            <a:pPr lvl="0"/>
            <a:r>
              <a:rPr lang="en-US"/>
              <a:t>Click to edit Master text styles</a:t>
            </a:r>
          </a:p>
        </p:txBody>
      </p:sp>
      <p:pic>
        <p:nvPicPr>
          <p:cNvPr id="6" name="Picture 5" descr="Graphical user interface&#10;&#10;Description automatically generated">
            <a:extLst>
              <a:ext uri="{FF2B5EF4-FFF2-40B4-BE49-F238E27FC236}">
                <a16:creationId xmlns:a16="http://schemas.microsoft.com/office/drawing/2014/main" id="{976CD4A8-8154-0AA2-A2AB-9AD82CD7406C}"/>
              </a:ext>
            </a:extLst>
          </p:cNvPr>
          <p:cNvPicPr>
            <a:picLocks noChangeAspect="1"/>
          </p:cNvPicPr>
          <p:nvPr userDrawn="1"/>
        </p:nvPicPr>
        <p:blipFill>
          <a:blip r:embed="rId2"/>
          <a:stretch>
            <a:fillRect/>
          </a:stretch>
        </p:blipFill>
        <p:spPr>
          <a:xfrm>
            <a:off x="249483" y="128907"/>
            <a:ext cx="2369315" cy="867807"/>
          </a:xfrm>
          <a:prstGeom prst="rect">
            <a:avLst/>
          </a:prstGeom>
        </p:spPr>
      </p:pic>
    </p:spTree>
    <p:extLst>
      <p:ext uri="{BB962C8B-B14F-4D97-AF65-F5344CB8AC3E}">
        <p14:creationId xmlns:p14="http://schemas.microsoft.com/office/powerpoint/2010/main" val="1432077985"/>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2" name="Title 1"/>
          <p:cNvSpPr>
            <a:spLocks noGrp="1"/>
          </p:cNvSpPr>
          <p:nvPr>
            <p:ph type="title"/>
          </p:nvPr>
        </p:nvSpPr>
        <p:spPr>
          <a:xfrm>
            <a:off x="448056" y="2551176"/>
            <a:ext cx="9922447" cy="914400"/>
          </a:xfrm>
        </p:spPr>
        <p:txBody>
          <a:bodyPr/>
          <a:lstStyle>
            <a:lvl1pPr>
              <a:defRPr sz="5400" b="0">
                <a:solidFill>
                  <a:schemeClr val="tx1"/>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B107D0E1-EAED-8E08-24BA-8F930364BA96}"/>
              </a:ext>
            </a:extLst>
          </p:cNvPr>
          <p:cNvSpPr>
            <a:spLocks noGrp="1"/>
          </p:cNvSpPr>
          <p:nvPr>
            <p:ph type="body" sz="quarter" idx="10"/>
          </p:nvPr>
        </p:nvSpPr>
        <p:spPr>
          <a:xfrm>
            <a:off x="448056" y="3575304"/>
            <a:ext cx="9921943" cy="862012"/>
          </a:xfrm>
        </p:spPr>
        <p:txBody>
          <a:bodyPr>
            <a:normAutofit/>
          </a:bodyPr>
          <a:lstStyle>
            <a:lvl1pPr>
              <a:defRPr sz="2400">
                <a:solidFill>
                  <a:schemeClr val="accent2"/>
                </a:solidFill>
              </a:defRPr>
            </a:lvl1pPr>
          </a:lstStyle>
          <a:p>
            <a:pPr lvl="0"/>
            <a:r>
              <a:rPr lang="en-US"/>
              <a:t>Click to edit Master text styles</a:t>
            </a:r>
          </a:p>
        </p:txBody>
      </p:sp>
      <p:pic>
        <p:nvPicPr>
          <p:cNvPr id="6" name="Picture 5" descr="Graphical user interface&#10;&#10;Description automatically generated">
            <a:extLst>
              <a:ext uri="{FF2B5EF4-FFF2-40B4-BE49-F238E27FC236}">
                <a16:creationId xmlns:a16="http://schemas.microsoft.com/office/drawing/2014/main" id="{976CD4A8-8154-0AA2-A2AB-9AD82CD7406C}"/>
              </a:ext>
            </a:extLst>
          </p:cNvPr>
          <p:cNvPicPr>
            <a:picLocks noChangeAspect="1"/>
          </p:cNvPicPr>
          <p:nvPr userDrawn="1"/>
        </p:nvPicPr>
        <p:blipFill>
          <a:blip r:embed="rId2"/>
          <a:stretch>
            <a:fillRect/>
          </a:stretch>
        </p:blipFill>
        <p:spPr>
          <a:xfrm>
            <a:off x="249483" y="128907"/>
            <a:ext cx="2369315" cy="867807"/>
          </a:xfrm>
          <a:prstGeom prst="rect">
            <a:avLst/>
          </a:prstGeom>
        </p:spPr>
      </p:pic>
    </p:spTree>
    <p:extLst>
      <p:ext uri="{BB962C8B-B14F-4D97-AF65-F5344CB8AC3E}">
        <p14:creationId xmlns:p14="http://schemas.microsoft.com/office/powerpoint/2010/main" val="2708277189"/>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ABE10-5A8F-5044-434F-7434A03566A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85243B5-B498-1E60-5D02-983D13E8289B}"/>
              </a:ext>
            </a:extLst>
          </p:cNvPr>
          <p:cNvSpPr>
            <a:spLocks noGrp="1"/>
          </p:cNvSpPr>
          <p:nvPr>
            <p:ph type="dt" sz="half" idx="10"/>
          </p:nvPr>
        </p:nvSpPr>
        <p:spPr/>
        <p:txBody>
          <a:bodyPr/>
          <a:lstStyle/>
          <a:p>
            <a:fld id="{8BEEBAAA-29B5-4AF5-BC5F-7E580C29002D}" type="datetimeFigureOut">
              <a:rPr lang="en-US" smtClean="0"/>
              <a:pPr/>
              <a:t>3/22/2026</a:t>
            </a:fld>
            <a:endParaRPr lang="en-US"/>
          </a:p>
        </p:txBody>
      </p:sp>
      <p:sp>
        <p:nvSpPr>
          <p:cNvPr id="4" name="Footer Placeholder 3">
            <a:extLst>
              <a:ext uri="{FF2B5EF4-FFF2-40B4-BE49-F238E27FC236}">
                <a16:creationId xmlns:a16="http://schemas.microsoft.com/office/drawing/2014/main" id="{7DBD33E4-41B8-74EC-F9A4-3E1DCC0E750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22A375B-2E8B-0F31-9DE4-A5F0682ADFB7}"/>
              </a:ext>
            </a:extLst>
          </p:cNvPr>
          <p:cNvSpPr>
            <a:spLocks noGrp="1"/>
          </p:cNvSpPr>
          <p:nvPr>
            <p:ph type="sldNum" sz="quarter" idx="12"/>
          </p:nvPr>
        </p:nvSpPr>
        <p:spPr/>
        <p:txBody>
          <a:bodyPr/>
          <a:lstStyle/>
          <a:p>
            <a:fld id="{9860EDB8-5305-433F-BE41-D7A86D811DB3}" type="slidenum">
              <a:rPr lang="en-US" smtClean="0"/>
              <a:pPr/>
              <a:t>‹#›</a:t>
            </a:fld>
            <a:endParaRPr lang="en-US"/>
          </a:p>
        </p:txBody>
      </p:sp>
      <p:sp>
        <p:nvSpPr>
          <p:cNvPr id="7" name="Content Placeholder 6">
            <a:extLst>
              <a:ext uri="{FF2B5EF4-FFF2-40B4-BE49-F238E27FC236}">
                <a16:creationId xmlns:a16="http://schemas.microsoft.com/office/drawing/2014/main" id="{CB40353B-463E-6D13-F92E-564948AFA386}"/>
              </a:ext>
            </a:extLst>
          </p:cNvPr>
          <p:cNvSpPr>
            <a:spLocks noGrp="1"/>
          </p:cNvSpPr>
          <p:nvPr>
            <p:ph sz="quarter" idx="13"/>
          </p:nvPr>
        </p:nvSpPr>
        <p:spPr>
          <a:xfrm>
            <a:off x="444500" y="1463040"/>
            <a:ext cx="11210543" cy="46017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830441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ABE10-5A8F-5044-434F-7434A03566A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85243B5-B498-1E60-5D02-983D13E8289B}"/>
              </a:ext>
            </a:extLst>
          </p:cNvPr>
          <p:cNvSpPr>
            <a:spLocks noGrp="1"/>
          </p:cNvSpPr>
          <p:nvPr>
            <p:ph type="dt" sz="half" idx="10"/>
          </p:nvPr>
        </p:nvSpPr>
        <p:spPr/>
        <p:txBody>
          <a:bodyPr/>
          <a:lstStyle/>
          <a:p>
            <a:fld id="{8BEEBAAA-29B5-4AF5-BC5F-7E580C29002D}" type="datetimeFigureOut">
              <a:rPr lang="en-US" smtClean="0"/>
              <a:pPr/>
              <a:t>3/22/2026</a:t>
            </a:fld>
            <a:endParaRPr lang="en-US"/>
          </a:p>
        </p:txBody>
      </p:sp>
      <p:sp>
        <p:nvSpPr>
          <p:cNvPr id="4" name="Footer Placeholder 3">
            <a:extLst>
              <a:ext uri="{FF2B5EF4-FFF2-40B4-BE49-F238E27FC236}">
                <a16:creationId xmlns:a16="http://schemas.microsoft.com/office/drawing/2014/main" id="{7DBD33E4-41B8-74EC-F9A4-3E1DCC0E750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22A375B-2E8B-0F31-9DE4-A5F0682ADFB7}"/>
              </a:ext>
            </a:extLst>
          </p:cNvPr>
          <p:cNvSpPr>
            <a:spLocks noGrp="1"/>
          </p:cNvSpPr>
          <p:nvPr>
            <p:ph type="sldNum" sz="quarter" idx="12"/>
          </p:nvPr>
        </p:nvSpPr>
        <p:spPr/>
        <p:txBody>
          <a:bodyPr/>
          <a:lstStyle/>
          <a:p>
            <a:fld id="{9860EDB8-5305-433F-BE41-D7A86D811DB3}" type="slidenum">
              <a:rPr lang="en-US" smtClean="0"/>
              <a:pPr/>
              <a:t>‹#›</a:t>
            </a:fld>
            <a:endParaRPr lang="en-US"/>
          </a:p>
        </p:txBody>
      </p:sp>
      <p:sp>
        <p:nvSpPr>
          <p:cNvPr id="7" name="Content Placeholder 6">
            <a:extLst>
              <a:ext uri="{FF2B5EF4-FFF2-40B4-BE49-F238E27FC236}">
                <a16:creationId xmlns:a16="http://schemas.microsoft.com/office/drawing/2014/main" id="{CB40353B-463E-6D13-F92E-564948AFA386}"/>
              </a:ext>
            </a:extLst>
          </p:cNvPr>
          <p:cNvSpPr>
            <a:spLocks noGrp="1"/>
          </p:cNvSpPr>
          <p:nvPr>
            <p:ph sz="quarter" idx="13"/>
          </p:nvPr>
        </p:nvSpPr>
        <p:spPr>
          <a:xfrm>
            <a:off x="444500" y="1463040"/>
            <a:ext cx="5330952" cy="46017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6">
            <a:extLst>
              <a:ext uri="{FF2B5EF4-FFF2-40B4-BE49-F238E27FC236}">
                <a16:creationId xmlns:a16="http://schemas.microsoft.com/office/drawing/2014/main" id="{904E943F-C687-D3B3-4E36-65D69E3E2F0C}"/>
              </a:ext>
            </a:extLst>
          </p:cNvPr>
          <p:cNvSpPr>
            <a:spLocks noGrp="1"/>
          </p:cNvSpPr>
          <p:nvPr>
            <p:ph sz="quarter" idx="14"/>
          </p:nvPr>
        </p:nvSpPr>
        <p:spPr>
          <a:xfrm>
            <a:off x="6298690" y="1463040"/>
            <a:ext cx="5330952" cy="46017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589320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Content sho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ABE10-5A8F-5044-434F-7434A03566A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85243B5-B498-1E60-5D02-983D13E8289B}"/>
              </a:ext>
            </a:extLst>
          </p:cNvPr>
          <p:cNvSpPr>
            <a:spLocks noGrp="1"/>
          </p:cNvSpPr>
          <p:nvPr>
            <p:ph type="dt" sz="half" idx="10"/>
          </p:nvPr>
        </p:nvSpPr>
        <p:spPr/>
        <p:txBody>
          <a:bodyPr/>
          <a:lstStyle/>
          <a:p>
            <a:fld id="{8BEEBAAA-29B5-4AF5-BC5F-7E580C29002D}" type="datetimeFigureOut">
              <a:rPr lang="en-US" smtClean="0"/>
              <a:pPr/>
              <a:t>3/22/2026</a:t>
            </a:fld>
            <a:endParaRPr lang="en-US"/>
          </a:p>
        </p:txBody>
      </p:sp>
      <p:sp>
        <p:nvSpPr>
          <p:cNvPr id="4" name="Footer Placeholder 3">
            <a:extLst>
              <a:ext uri="{FF2B5EF4-FFF2-40B4-BE49-F238E27FC236}">
                <a16:creationId xmlns:a16="http://schemas.microsoft.com/office/drawing/2014/main" id="{7DBD33E4-41B8-74EC-F9A4-3E1DCC0E750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22A375B-2E8B-0F31-9DE4-A5F0682ADFB7}"/>
              </a:ext>
            </a:extLst>
          </p:cNvPr>
          <p:cNvSpPr>
            <a:spLocks noGrp="1"/>
          </p:cNvSpPr>
          <p:nvPr>
            <p:ph type="sldNum" sz="quarter" idx="12"/>
          </p:nvPr>
        </p:nvSpPr>
        <p:spPr/>
        <p:txBody>
          <a:bodyPr/>
          <a:lstStyle/>
          <a:p>
            <a:fld id="{9860EDB8-5305-433F-BE41-D7A86D811DB3}" type="slidenum">
              <a:rPr lang="en-US" smtClean="0"/>
              <a:pPr/>
              <a:t>‹#›</a:t>
            </a:fld>
            <a:endParaRPr lang="en-US"/>
          </a:p>
        </p:txBody>
      </p:sp>
      <p:sp>
        <p:nvSpPr>
          <p:cNvPr id="7" name="Content Placeholder 6">
            <a:extLst>
              <a:ext uri="{FF2B5EF4-FFF2-40B4-BE49-F238E27FC236}">
                <a16:creationId xmlns:a16="http://schemas.microsoft.com/office/drawing/2014/main" id="{CB40353B-463E-6D13-F92E-564948AFA386}"/>
              </a:ext>
            </a:extLst>
          </p:cNvPr>
          <p:cNvSpPr>
            <a:spLocks noGrp="1"/>
          </p:cNvSpPr>
          <p:nvPr>
            <p:ph sz="quarter" idx="13"/>
          </p:nvPr>
        </p:nvSpPr>
        <p:spPr>
          <a:xfrm>
            <a:off x="444500" y="1463040"/>
            <a:ext cx="5330952" cy="46017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0821350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ABE10-5A8F-5044-434F-7434A03566A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85243B5-B498-1E60-5D02-983D13E8289B}"/>
              </a:ext>
            </a:extLst>
          </p:cNvPr>
          <p:cNvSpPr>
            <a:spLocks noGrp="1"/>
          </p:cNvSpPr>
          <p:nvPr>
            <p:ph type="dt" sz="half" idx="10"/>
          </p:nvPr>
        </p:nvSpPr>
        <p:spPr/>
        <p:txBody>
          <a:bodyPr/>
          <a:lstStyle/>
          <a:p>
            <a:fld id="{8BEEBAAA-29B5-4AF5-BC5F-7E580C29002D}" type="datetimeFigureOut">
              <a:rPr lang="en-US" smtClean="0"/>
              <a:pPr/>
              <a:t>3/22/2026</a:t>
            </a:fld>
            <a:endParaRPr lang="en-US"/>
          </a:p>
        </p:txBody>
      </p:sp>
      <p:sp>
        <p:nvSpPr>
          <p:cNvPr id="4" name="Footer Placeholder 3">
            <a:extLst>
              <a:ext uri="{FF2B5EF4-FFF2-40B4-BE49-F238E27FC236}">
                <a16:creationId xmlns:a16="http://schemas.microsoft.com/office/drawing/2014/main" id="{7DBD33E4-41B8-74EC-F9A4-3E1DCC0E750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22A375B-2E8B-0F31-9DE4-A5F0682ADFB7}"/>
              </a:ext>
            </a:extLst>
          </p:cNvPr>
          <p:cNvSpPr>
            <a:spLocks noGrp="1"/>
          </p:cNvSpPr>
          <p:nvPr>
            <p:ph type="sldNum" sz="quarter" idx="12"/>
          </p:nvPr>
        </p:nvSpPr>
        <p:spPr/>
        <p:txBody>
          <a:bodyPr/>
          <a:lstStyle/>
          <a:p>
            <a:fld id="{9860EDB8-5305-433F-BE41-D7A86D811DB3}" type="slidenum">
              <a:rPr lang="en-US" smtClean="0"/>
              <a:pPr/>
              <a:t>‹#›</a:t>
            </a:fld>
            <a:endParaRPr lang="en-US"/>
          </a:p>
        </p:txBody>
      </p:sp>
    </p:spTree>
    <p:extLst>
      <p:ext uri="{BB962C8B-B14F-4D97-AF65-F5344CB8AC3E}">
        <p14:creationId xmlns:p14="http://schemas.microsoft.com/office/powerpoint/2010/main" val="16744524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theme" Target="../theme/theme2.xml"/><Relationship Id="rId5" Type="http://schemas.openxmlformats.org/officeDocument/2006/relationships/slideLayout" Target="../slideLayouts/slideLayout17.xml"/><Relationship Id="rId4"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82F8185-9B03-AEBB-C5B4-12AC7D3A214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C914515-6A39-3766-77BD-A760FE08108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1CDD25F-D9C4-0BDE-4059-79713EF243D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914BAEA-26FF-4E5F-A2D4-1A5C8E994770}" type="datetimeFigureOut">
              <a:rPr lang="en-IN" smtClean="0"/>
              <a:t>22-03-2026</a:t>
            </a:fld>
            <a:endParaRPr lang="en-IN"/>
          </a:p>
        </p:txBody>
      </p:sp>
      <p:sp>
        <p:nvSpPr>
          <p:cNvPr id="5" name="Footer Placeholder 4">
            <a:extLst>
              <a:ext uri="{FF2B5EF4-FFF2-40B4-BE49-F238E27FC236}">
                <a16:creationId xmlns:a16="http://schemas.microsoft.com/office/drawing/2014/main" id="{543E0A9E-5BF1-1B01-9D3C-D04AF262545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01F19753-37AF-A564-097A-6320B6514BB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B3D7D92-63F6-4137-895D-83836DF0D0AD}" type="slidenum">
              <a:rPr lang="en-IN" smtClean="0"/>
              <a:t>‹#›</a:t>
            </a:fld>
            <a:endParaRPr lang="en-IN"/>
          </a:p>
        </p:txBody>
      </p:sp>
    </p:spTree>
    <p:extLst>
      <p:ext uri="{BB962C8B-B14F-4D97-AF65-F5344CB8AC3E}">
        <p14:creationId xmlns:p14="http://schemas.microsoft.com/office/powerpoint/2010/main" val="11010993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44500" y="430609"/>
            <a:ext cx="11210544" cy="557784"/>
          </a:xfrm>
          <a:prstGeom prst="rect">
            <a:avLst/>
          </a:prstGeom>
        </p:spPr>
        <p:txBody>
          <a:bodyPr vert="horz" lIns="91440" tIns="45720" rIns="91440" bIns="45720" rtlCol="0" anchor="t" anchorCtr="0">
            <a:normAutofit/>
          </a:bodyPr>
          <a:lstStyle/>
          <a:p>
            <a:r>
              <a:rPr lang="en-US"/>
              <a:t>Click to edit Master title style</a:t>
            </a:r>
          </a:p>
        </p:txBody>
      </p:sp>
      <p:sp>
        <p:nvSpPr>
          <p:cNvPr id="3" name="Text Placeholder 2"/>
          <p:cNvSpPr>
            <a:spLocks noGrp="1"/>
          </p:cNvSpPr>
          <p:nvPr>
            <p:ph type="body" idx="1"/>
          </p:nvPr>
        </p:nvSpPr>
        <p:spPr>
          <a:xfrm>
            <a:off x="448056" y="1447800"/>
            <a:ext cx="11210543" cy="397764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19099" y="6427391"/>
            <a:ext cx="3276600" cy="141686"/>
          </a:xfrm>
          <a:prstGeom prst="rect">
            <a:avLst/>
          </a:prstGeom>
        </p:spPr>
        <p:txBody>
          <a:bodyPr vert="horz" lIns="91440" tIns="45720" rIns="91440" bIns="45720" rtlCol="0" anchor="ctr"/>
          <a:lstStyle>
            <a:lvl1pPr algn="l">
              <a:defRPr sz="800" baseline="0">
                <a:solidFill>
                  <a:schemeClr val="tx1">
                    <a:lumMod val="65000"/>
                    <a:lumOff val="35000"/>
                  </a:schemeClr>
                </a:solidFill>
              </a:defRPr>
            </a:lvl1pPr>
          </a:lstStyle>
          <a:p>
            <a:fld id="{8BEEBAAA-29B5-4AF5-BC5F-7E580C29002D}" type="datetimeFigureOut">
              <a:rPr lang="en-US" smtClean="0"/>
              <a:pPr/>
              <a:t>3/22/2026</a:t>
            </a:fld>
            <a:endParaRPr lang="en-US"/>
          </a:p>
        </p:txBody>
      </p:sp>
      <p:sp>
        <p:nvSpPr>
          <p:cNvPr id="5" name="Footer Placeholder 4"/>
          <p:cNvSpPr>
            <a:spLocks noGrp="1"/>
          </p:cNvSpPr>
          <p:nvPr>
            <p:ph type="ftr" sz="quarter" idx="3"/>
          </p:nvPr>
        </p:nvSpPr>
        <p:spPr>
          <a:xfrm>
            <a:off x="4648200" y="6427391"/>
            <a:ext cx="2895600" cy="141686"/>
          </a:xfrm>
          <a:prstGeom prst="rect">
            <a:avLst/>
          </a:prstGeom>
        </p:spPr>
        <p:txBody>
          <a:bodyPr vert="horz" lIns="91440" tIns="45720" rIns="91440" bIns="45720" rtlCol="0" anchor="ctr"/>
          <a:lstStyle>
            <a:lvl1pPr algn="ctr">
              <a:defRPr sz="800" baseline="0">
                <a:solidFill>
                  <a:schemeClr val="tx1">
                    <a:lumMod val="65000"/>
                    <a:lumOff val="35000"/>
                  </a:schemeClr>
                </a:solidFill>
              </a:defRPr>
            </a:lvl1pPr>
          </a:lstStyle>
          <a:p>
            <a:endParaRPr lang="en-US"/>
          </a:p>
        </p:txBody>
      </p:sp>
      <p:sp>
        <p:nvSpPr>
          <p:cNvPr id="6" name="Slide Number Placeholder 5"/>
          <p:cNvSpPr>
            <a:spLocks noGrp="1"/>
          </p:cNvSpPr>
          <p:nvPr>
            <p:ph type="sldNum" sz="quarter" idx="4"/>
          </p:nvPr>
        </p:nvSpPr>
        <p:spPr>
          <a:xfrm>
            <a:off x="8353042" y="6427391"/>
            <a:ext cx="3276600" cy="141686"/>
          </a:xfrm>
          <a:prstGeom prst="rect">
            <a:avLst/>
          </a:prstGeom>
        </p:spPr>
        <p:txBody>
          <a:bodyPr vert="horz" lIns="91440" tIns="45720" rIns="91440" bIns="45720" rtlCol="0" anchor="ctr"/>
          <a:lstStyle>
            <a:lvl1pPr algn="r">
              <a:defRPr sz="800" baseline="0">
                <a:solidFill>
                  <a:schemeClr val="tx1">
                    <a:lumMod val="65000"/>
                    <a:lumOff val="35000"/>
                  </a:schemeClr>
                </a:solidFill>
              </a:defRPr>
            </a:lvl1pPr>
          </a:lstStyle>
          <a:p>
            <a:fld id="{9860EDB8-5305-433F-BE41-D7A86D811DB3}" type="slidenum">
              <a:rPr lang="en-US" smtClean="0"/>
              <a:pPr/>
              <a:t>‹#›</a:t>
            </a:fld>
            <a:endParaRPr lang="en-US"/>
          </a:p>
        </p:txBody>
      </p:sp>
      <p:cxnSp>
        <p:nvCxnSpPr>
          <p:cNvPr id="7" name="Straight Connector 6">
            <a:extLst>
              <a:ext uri="{FF2B5EF4-FFF2-40B4-BE49-F238E27FC236}">
                <a16:creationId xmlns:a16="http://schemas.microsoft.com/office/drawing/2014/main" id="{D8F39A1B-8AD1-2C34-AB40-00704468E828}"/>
              </a:ext>
            </a:extLst>
          </p:cNvPr>
          <p:cNvCxnSpPr>
            <a:cxnSpLocks/>
          </p:cNvCxnSpPr>
          <p:nvPr userDrawn="1"/>
        </p:nvCxnSpPr>
        <p:spPr>
          <a:xfrm>
            <a:off x="533400" y="1104900"/>
            <a:ext cx="11119104"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55501981"/>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Lst>
  <p:txStyles>
    <p:titleStyle>
      <a:lvl1pPr algn="l" defTabSz="914400" rtl="0" eaLnBrk="1" latinLnBrk="0" hangingPunct="1">
        <a:spcBef>
          <a:spcPct val="0"/>
        </a:spcBef>
        <a:buNone/>
        <a:defRPr sz="2800" kern="1200">
          <a:solidFill>
            <a:schemeClr val="bg2">
              <a:lumMod val="25000"/>
            </a:schemeClr>
          </a:solidFill>
          <a:latin typeface="+mn-lt"/>
          <a:ea typeface="+mj-ea"/>
          <a:cs typeface="+mj-cs"/>
        </a:defRPr>
      </a:lvl1pPr>
    </p:titleStyle>
    <p:bodyStyle>
      <a:lvl1pPr marL="0" indent="0" algn="l" defTabSz="914400" rtl="0" eaLnBrk="1" latinLnBrk="0" hangingPunct="1">
        <a:lnSpc>
          <a:spcPct val="100000"/>
        </a:lnSpc>
        <a:spcBef>
          <a:spcPts val="1000"/>
        </a:spcBef>
        <a:spcAft>
          <a:spcPts val="1200"/>
        </a:spcAft>
        <a:buFontTx/>
        <a:buNone/>
        <a:defRPr lang="en-US" sz="1600" kern="1200" dirty="0">
          <a:solidFill>
            <a:schemeClr val="bg2">
              <a:lumMod val="25000"/>
            </a:schemeClr>
          </a:solidFill>
          <a:latin typeface="+mn-lt"/>
          <a:ea typeface="+mn-ea"/>
          <a:cs typeface="+mn-cs"/>
        </a:defRPr>
      </a:lvl1pPr>
      <a:lvl2pPr marL="283464" indent="-283464" algn="l" defTabSz="914400" rtl="0" eaLnBrk="1" latinLnBrk="0" hangingPunct="1">
        <a:lnSpc>
          <a:spcPct val="100000"/>
        </a:lnSpc>
        <a:spcBef>
          <a:spcPts val="1000"/>
        </a:spcBef>
        <a:spcAft>
          <a:spcPts val="1200"/>
        </a:spcAft>
        <a:buFont typeface="Arial" panose="020B0604020202020204" pitchFamily="34" charset="0"/>
        <a:buChar char="•"/>
        <a:defRPr lang="en-US" sz="1600" kern="1200" dirty="0">
          <a:solidFill>
            <a:schemeClr val="bg2">
              <a:lumMod val="25000"/>
            </a:schemeClr>
          </a:solidFill>
          <a:latin typeface="+mn-lt"/>
          <a:ea typeface="+mn-ea"/>
          <a:cs typeface="+mn-cs"/>
        </a:defRPr>
      </a:lvl2pPr>
      <a:lvl3pPr marL="685800" indent="-228600" algn="l" defTabSz="914400" rtl="0" eaLnBrk="1" latinLnBrk="0" hangingPunct="1">
        <a:lnSpc>
          <a:spcPct val="100000"/>
        </a:lnSpc>
        <a:spcBef>
          <a:spcPts val="1000"/>
        </a:spcBef>
        <a:spcAft>
          <a:spcPts val="1200"/>
        </a:spcAft>
        <a:buFont typeface="Arial" panose="020B0604020202020204" pitchFamily="34" charset="0"/>
        <a:buChar char="•"/>
        <a:defRPr lang="en-US" sz="1600" kern="1200" dirty="0">
          <a:solidFill>
            <a:schemeClr val="bg2">
              <a:lumMod val="25000"/>
            </a:schemeClr>
          </a:solidFill>
          <a:latin typeface="+mn-lt"/>
          <a:ea typeface="+mn-ea"/>
          <a:cs typeface="+mn-cs"/>
        </a:defRPr>
      </a:lvl3pPr>
      <a:lvl4pPr marL="1143000" indent="-228600" algn="l" defTabSz="914400" rtl="0" eaLnBrk="1" latinLnBrk="0" hangingPunct="1">
        <a:lnSpc>
          <a:spcPct val="100000"/>
        </a:lnSpc>
        <a:spcBef>
          <a:spcPts val="1000"/>
        </a:spcBef>
        <a:spcAft>
          <a:spcPts val="1200"/>
        </a:spcAft>
        <a:buFont typeface="Arial" panose="020B0604020202020204" pitchFamily="34" charset="0"/>
        <a:buChar char="•"/>
        <a:defRPr lang="en-US" sz="1600" kern="1200" dirty="0" smtClean="0">
          <a:solidFill>
            <a:schemeClr val="bg2">
              <a:lumMod val="25000"/>
            </a:schemeClr>
          </a:solidFill>
          <a:latin typeface="+mn-lt"/>
          <a:ea typeface="+mn-ea"/>
          <a:cs typeface="+mn-cs"/>
        </a:defRPr>
      </a:lvl4pPr>
      <a:lvl5pPr marL="1600200" indent="-228600" algn="l" defTabSz="914400" rtl="0" eaLnBrk="1" latinLnBrk="0" hangingPunct="1">
        <a:lnSpc>
          <a:spcPct val="100000"/>
        </a:lnSpc>
        <a:spcBef>
          <a:spcPts val="1000"/>
        </a:spcBef>
        <a:spcAft>
          <a:spcPts val="1200"/>
        </a:spcAft>
        <a:buFont typeface="Arial" panose="020B0604020202020204" pitchFamily="34" charset="0"/>
        <a:buChar char="•"/>
        <a:defRPr lang="en-US" sz="1600" kern="1200" dirty="0" smtClean="0">
          <a:solidFill>
            <a:schemeClr val="bg2">
              <a:lumMod val="25000"/>
            </a:schemeClr>
          </a:solidFill>
          <a:latin typeface="+mn-lt"/>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984">
          <p15:clr>
            <a:srgbClr val="F26B43"/>
          </p15:clr>
        </p15:guide>
        <p15:guide id="2" pos="336">
          <p15:clr>
            <a:srgbClr val="F26B43"/>
          </p15:clr>
        </p15:guide>
        <p15:guide id="3" pos="7320">
          <p15:clr>
            <a:srgbClr val="F26B43"/>
          </p15:clr>
        </p15:guide>
        <p15:guide id="4" orient="horz" pos="912">
          <p15:clr>
            <a:srgbClr val="F26B43"/>
          </p15:clr>
        </p15:guide>
        <p15:guide id="5" orient="horz" pos="264">
          <p15:clr>
            <a:srgbClr val="F26B43"/>
          </p15:clr>
        </p15:guide>
        <p15:guide id="6" orient="horz" pos="696">
          <p15:clr>
            <a:srgbClr val="F26B43"/>
          </p15:clr>
        </p15:guide>
        <p15:guide id="7" pos="369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D66E636-D1D5-3AAC-5CD5-A2F5C585CB49}"/>
              </a:ext>
            </a:extLst>
          </p:cNvPr>
          <p:cNvSpPr>
            <a:spLocks noGrp="1"/>
          </p:cNvSpPr>
          <p:nvPr>
            <p:ph type="title"/>
          </p:nvPr>
        </p:nvSpPr>
        <p:spPr>
          <a:xfrm>
            <a:off x="382556" y="1679510"/>
            <a:ext cx="10049470" cy="989045"/>
          </a:xfrm>
        </p:spPr>
        <p:txBody>
          <a:bodyPr>
            <a:normAutofit/>
          </a:bodyPr>
          <a:lstStyle/>
          <a:p>
            <a:r>
              <a:rPr lang="en-IN" i="0" dirty="0">
                <a:solidFill>
                  <a:srgbClr val="404040"/>
                </a:solidFill>
                <a:effectLst/>
                <a:latin typeface="Plus Jakarta Sans"/>
              </a:rPr>
              <a:t>Marketing Campaign ROI Analysis</a:t>
            </a:r>
            <a:endParaRPr lang="en-US" dirty="0">
              <a:solidFill>
                <a:schemeClr val="bg2">
                  <a:lumMod val="25000"/>
                </a:schemeClr>
              </a:solidFill>
            </a:endParaRPr>
          </a:p>
        </p:txBody>
      </p:sp>
      <p:sp>
        <p:nvSpPr>
          <p:cNvPr id="5" name="Text Placeholder 4">
            <a:extLst>
              <a:ext uri="{FF2B5EF4-FFF2-40B4-BE49-F238E27FC236}">
                <a16:creationId xmlns:a16="http://schemas.microsoft.com/office/drawing/2014/main" id="{DE831F0C-52BB-6204-5BF6-C4DDD23942D3}"/>
              </a:ext>
            </a:extLst>
          </p:cNvPr>
          <p:cNvSpPr>
            <a:spLocks noGrp="1"/>
          </p:cNvSpPr>
          <p:nvPr>
            <p:ph type="body" sz="quarter" idx="10"/>
          </p:nvPr>
        </p:nvSpPr>
        <p:spPr>
          <a:xfrm>
            <a:off x="382557" y="2668555"/>
            <a:ext cx="5141166" cy="760445"/>
          </a:xfrm>
        </p:spPr>
        <p:txBody>
          <a:bodyPr>
            <a:normAutofit/>
          </a:bodyPr>
          <a:lstStyle/>
          <a:p>
            <a:pPr marL="0" indent="0" algn="l">
              <a:buNone/>
            </a:pPr>
            <a:r>
              <a:rPr lang="en-US" sz="2800" b="0" i="0" dirty="0">
                <a:solidFill>
                  <a:srgbClr val="111827"/>
                </a:solidFill>
                <a:effectLst/>
                <a:latin typeface="Plus Jakarta Sans"/>
              </a:rPr>
              <a:t>Case studies 4</a:t>
            </a:r>
          </a:p>
        </p:txBody>
      </p:sp>
      <p:pic>
        <p:nvPicPr>
          <p:cNvPr id="6" name="Picture 5">
            <a:extLst>
              <a:ext uri="{FF2B5EF4-FFF2-40B4-BE49-F238E27FC236}">
                <a16:creationId xmlns:a16="http://schemas.microsoft.com/office/drawing/2014/main" id="{5CDAAF84-6799-6B2D-F489-A4BE41519802}"/>
              </a:ext>
            </a:extLst>
          </p:cNvPr>
          <p:cNvPicPr>
            <a:picLocks noChangeAspect="1"/>
          </p:cNvPicPr>
          <p:nvPr/>
        </p:nvPicPr>
        <p:blipFill>
          <a:blip r:embed="rId2"/>
          <a:stretch>
            <a:fillRect/>
          </a:stretch>
        </p:blipFill>
        <p:spPr>
          <a:xfrm>
            <a:off x="1" y="0"/>
            <a:ext cx="12192000" cy="1054359"/>
          </a:xfrm>
          <a:prstGeom prst="rect">
            <a:avLst/>
          </a:prstGeom>
        </p:spPr>
      </p:pic>
      <p:sp>
        <p:nvSpPr>
          <p:cNvPr id="8" name="TextBox 7">
            <a:extLst>
              <a:ext uri="{FF2B5EF4-FFF2-40B4-BE49-F238E27FC236}">
                <a16:creationId xmlns:a16="http://schemas.microsoft.com/office/drawing/2014/main" id="{FB8A530D-F277-A918-4CBF-588974B4A57C}"/>
              </a:ext>
            </a:extLst>
          </p:cNvPr>
          <p:cNvSpPr txBox="1"/>
          <p:nvPr/>
        </p:nvSpPr>
        <p:spPr>
          <a:xfrm rot="10800000" flipV="1">
            <a:off x="382556" y="3542634"/>
            <a:ext cx="8229600" cy="830997"/>
          </a:xfrm>
          <a:prstGeom prst="rect">
            <a:avLst/>
          </a:prstGeom>
          <a:noFill/>
        </p:spPr>
        <p:txBody>
          <a:bodyPr wrap="square">
            <a:spAutoFit/>
          </a:bodyPr>
          <a:lstStyle/>
          <a:p>
            <a:r>
              <a:rPr lang="en-US" sz="2400" dirty="0">
                <a:solidFill>
                  <a:schemeClr val="bg2">
                    <a:lumMod val="25000"/>
                  </a:schemeClr>
                </a:solidFill>
              </a:rPr>
              <a:t>Presented by:</a:t>
            </a:r>
          </a:p>
          <a:p>
            <a:r>
              <a:rPr lang="en-US" sz="2400" dirty="0">
                <a:solidFill>
                  <a:schemeClr val="bg2">
                    <a:lumMod val="25000"/>
                  </a:schemeClr>
                </a:solidFill>
              </a:rPr>
              <a:t>Rohit Jain</a:t>
            </a:r>
          </a:p>
        </p:txBody>
      </p:sp>
    </p:spTree>
    <p:extLst>
      <p:ext uri="{BB962C8B-B14F-4D97-AF65-F5344CB8AC3E}">
        <p14:creationId xmlns:p14="http://schemas.microsoft.com/office/powerpoint/2010/main" val="23508753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BA2C7E9-DC20-A7CD-7737-2DBF7B80CE66}"/>
              </a:ext>
            </a:extLst>
          </p:cNvPr>
          <p:cNvSpPr>
            <a:spLocks noGrp="1"/>
          </p:cNvSpPr>
          <p:nvPr>
            <p:ph type="title"/>
          </p:nvPr>
        </p:nvSpPr>
        <p:spPr/>
        <p:txBody>
          <a:bodyPr/>
          <a:lstStyle/>
          <a:p>
            <a:r>
              <a:rPr lang="en-US" dirty="0"/>
              <a:t>Introduction</a:t>
            </a:r>
          </a:p>
        </p:txBody>
      </p:sp>
      <p:sp>
        <p:nvSpPr>
          <p:cNvPr id="5" name="Content Placeholder 4">
            <a:extLst>
              <a:ext uri="{FF2B5EF4-FFF2-40B4-BE49-F238E27FC236}">
                <a16:creationId xmlns:a16="http://schemas.microsoft.com/office/drawing/2014/main" id="{E4BD9A04-6070-3A4A-2AC0-0A472F47D15E}"/>
              </a:ext>
            </a:extLst>
          </p:cNvPr>
          <p:cNvSpPr>
            <a:spLocks noGrp="1"/>
          </p:cNvSpPr>
          <p:nvPr>
            <p:ph sz="quarter" idx="13"/>
          </p:nvPr>
        </p:nvSpPr>
        <p:spPr>
          <a:xfrm>
            <a:off x="444500" y="1463040"/>
            <a:ext cx="10854871" cy="4489891"/>
          </a:xfrm>
        </p:spPr>
        <p:txBody>
          <a:bodyPr>
            <a:normAutofit/>
          </a:bodyPr>
          <a:lstStyle/>
          <a:p>
            <a:pPr>
              <a:lnSpc>
                <a:spcPct val="150000"/>
              </a:lnSpc>
            </a:pPr>
            <a:r>
              <a:rPr lang="en-US" sz="2000" dirty="0">
                <a:solidFill>
                  <a:srgbClr val="000000"/>
                </a:solidFill>
                <a:effectLst/>
              </a:rPr>
              <a:t>Glow Up is a beauty and skincare startup that recently conducted several marketing campaigns across different channels such as social media, influencer collaborations, email marketing and offline events. The company invested a significant amount of budget in these campaigns to attract potential customers and increase sales. The objective of this analysis is to evaluate the performance of these campaigns by analyzing key metrics such as campaign spend, leads generated, conversions, revenue and return on investment (ROI). By identifying high-performing and low-performing campaigns, the company can make data-driven decisions and allocate its marketing budget more effectively in the future.</a:t>
            </a:r>
            <a:endParaRPr lang="en-US" sz="2000" dirty="0"/>
          </a:p>
        </p:txBody>
      </p:sp>
    </p:spTree>
    <p:extLst>
      <p:ext uri="{BB962C8B-B14F-4D97-AF65-F5344CB8AC3E}">
        <p14:creationId xmlns:p14="http://schemas.microsoft.com/office/powerpoint/2010/main" val="3619861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BA2C7E9-DC20-A7CD-7737-2DBF7B80CE66}"/>
              </a:ext>
            </a:extLst>
          </p:cNvPr>
          <p:cNvSpPr>
            <a:spLocks noGrp="1"/>
          </p:cNvSpPr>
          <p:nvPr>
            <p:ph type="title"/>
          </p:nvPr>
        </p:nvSpPr>
        <p:spPr/>
        <p:txBody>
          <a:bodyPr/>
          <a:lstStyle/>
          <a:p>
            <a:r>
              <a:rPr lang="en-IN" dirty="0"/>
              <a:t>Business Background</a:t>
            </a:r>
            <a:endParaRPr lang="en-US" dirty="0"/>
          </a:p>
        </p:txBody>
      </p:sp>
      <p:sp>
        <p:nvSpPr>
          <p:cNvPr id="5" name="Content Placeholder 4">
            <a:extLst>
              <a:ext uri="{FF2B5EF4-FFF2-40B4-BE49-F238E27FC236}">
                <a16:creationId xmlns:a16="http://schemas.microsoft.com/office/drawing/2014/main" id="{E4BD9A04-6070-3A4A-2AC0-0A472F47D15E}"/>
              </a:ext>
            </a:extLst>
          </p:cNvPr>
          <p:cNvSpPr>
            <a:spLocks noGrp="1"/>
          </p:cNvSpPr>
          <p:nvPr>
            <p:ph sz="quarter" idx="13"/>
          </p:nvPr>
        </p:nvSpPr>
        <p:spPr>
          <a:xfrm>
            <a:off x="444500" y="1463040"/>
            <a:ext cx="10854871" cy="4489891"/>
          </a:xfrm>
        </p:spPr>
        <p:txBody>
          <a:bodyPr>
            <a:normAutofit/>
          </a:bodyPr>
          <a:lstStyle/>
          <a:p>
            <a:pPr>
              <a:lnSpc>
                <a:spcPct val="150000"/>
              </a:lnSpc>
            </a:pPr>
            <a:r>
              <a:rPr lang="en-US" sz="2000" dirty="0">
                <a:solidFill>
                  <a:srgbClr val="000000"/>
                </a:solidFill>
                <a:effectLst/>
              </a:rPr>
              <a:t>You are a data analyst at Glow Up, a beauty and skincare startup that recently ran multiple online and offline marketing campaigns. The company spent a significant budget on social media ads, influencer collaborations and local events. Management wants to understand which campaigns delivered the best return on investment (ROI) and how to allocate marketing budgets efficiently in the future.</a:t>
            </a:r>
            <a:endParaRPr lang="en-US" sz="2000" dirty="0"/>
          </a:p>
        </p:txBody>
      </p:sp>
    </p:spTree>
    <p:extLst>
      <p:ext uri="{BB962C8B-B14F-4D97-AF65-F5344CB8AC3E}">
        <p14:creationId xmlns:p14="http://schemas.microsoft.com/office/powerpoint/2010/main" val="31414272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BA2C7E9-DC20-A7CD-7737-2DBF7B80CE66}"/>
              </a:ext>
            </a:extLst>
          </p:cNvPr>
          <p:cNvSpPr>
            <a:spLocks noGrp="1"/>
          </p:cNvSpPr>
          <p:nvPr>
            <p:ph type="title"/>
          </p:nvPr>
        </p:nvSpPr>
        <p:spPr/>
        <p:txBody>
          <a:bodyPr/>
          <a:lstStyle/>
          <a:p>
            <a:r>
              <a:rPr lang="en-IN" dirty="0"/>
              <a:t>Business Objective</a:t>
            </a:r>
            <a:endParaRPr lang="en-US" dirty="0"/>
          </a:p>
        </p:txBody>
      </p:sp>
      <p:sp>
        <p:nvSpPr>
          <p:cNvPr id="5" name="Content Placeholder 4">
            <a:extLst>
              <a:ext uri="{FF2B5EF4-FFF2-40B4-BE49-F238E27FC236}">
                <a16:creationId xmlns:a16="http://schemas.microsoft.com/office/drawing/2014/main" id="{E4BD9A04-6070-3A4A-2AC0-0A472F47D15E}"/>
              </a:ext>
            </a:extLst>
          </p:cNvPr>
          <p:cNvSpPr>
            <a:spLocks noGrp="1"/>
          </p:cNvSpPr>
          <p:nvPr>
            <p:ph sz="quarter" idx="13"/>
          </p:nvPr>
        </p:nvSpPr>
        <p:spPr>
          <a:xfrm>
            <a:off x="444500" y="1463040"/>
            <a:ext cx="10854871" cy="4489891"/>
          </a:xfrm>
        </p:spPr>
        <p:txBody>
          <a:bodyPr>
            <a:normAutofit/>
          </a:bodyPr>
          <a:lstStyle/>
          <a:p>
            <a:pPr>
              <a:buFont typeface="Arial" panose="020B0604020202020204" pitchFamily="34" charset="0"/>
              <a:buChar char="•"/>
            </a:pPr>
            <a:r>
              <a:rPr lang="en-US" sz="2000" dirty="0">
                <a:solidFill>
                  <a:srgbClr val="000000"/>
                </a:solidFill>
                <a:effectLst/>
              </a:rPr>
              <a:t>Identify the most effective campaigns in terms of conversions and revenue.</a:t>
            </a:r>
            <a:endParaRPr lang="en-US" sz="2000" dirty="0"/>
          </a:p>
          <a:p>
            <a:pPr>
              <a:buFont typeface="Arial" panose="020B0604020202020204" pitchFamily="34" charset="0"/>
              <a:buChar char="•"/>
            </a:pPr>
            <a:r>
              <a:rPr lang="en-US" sz="2000" dirty="0">
                <a:solidFill>
                  <a:srgbClr val="000000"/>
                </a:solidFill>
                <a:effectLst/>
              </a:rPr>
              <a:t>Calculate ROI for each campaign.</a:t>
            </a:r>
            <a:endParaRPr lang="en-US" sz="2000" dirty="0"/>
          </a:p>
          <a:p>
            <a:pPr>
              <a:buFont typeface="Arial" panose="020B0604020202020204" pitchFamily="34" charset="0"/>
              <a:buChar char="•"/>
            </a:pPr>
            <a:r>
              <a:rPr lang="en-US" sz="2000" dirty="0">
                <a:solidFill>
                  <a:srgbClr val="000000"/>
                </a:solidFill>
                <a:effectLst/>
              </a:rPr>
              <a:t>Recommend budget allocation for future campaigns to maximize impact.</a:t>
            </a:r>
            <a:endParaRPr lang="en-US" sz="2000" dirty="0"/>
          </a:p>
        </p:txBody>
      </p:sp>
    </p:spTree>
    <p:extLst>
      <p:ext uri="{BB962C8B-B14F-4D97-AF65-F5344CB8AC3E}">
        <p14:creationId xmlns:p14="http://schemas.microsoft.com/office/powerpoint/2010/main" val="33180394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BA2C7E9-DC20-A7CD-7737-2DBF7B80CE66}"/>
              </a:ext>
            </a:extLst>
          </p:cNvPr>
          <p:cNvSpPr>
            <a:spLocks noGrp="1"/>
          </p:cNvSpPr>
          <p:nvPr>
            <p:ph type="title"/>
          </p:nvPr>
        </p:nvSpPr>
        <p:spPr/>
        <p:txBody>
          <a:bodyPr/>
          <a:lstStyle/>
          <a:p>
            <a:r>
              <a:rPr lang="en-US" dirty="0"/>
              <a:t>K</a:t>
            </a:r>
            <a:r>
              <a:rPr lang="en-IN" dirty="0"/>
              <a:t>PI’s</a:t>
            </a:r>
            <a:endParaRPr lang="en-US" dirty="0"/>
          </a:p>
        </p:txBody>
      </p:sp>
      <p:sp>
        <p:nvSpPr>
          <p:cNvPr id="5" name="Content Placeholder 4">
            <a:extLst>
              <a:ext uri="{FF2B5EF4-FFF2-40B4-BE49-F238E27FC236}">
                <a16:creationId xmlns:a16="http://schemas.microsoft.com/office/drawing/2014/main" id="{E4BD9A04-6070-3A4A-2AC0-0A472F47D15E}"/>
              </a:ext>
            </a:extLst>
          </p:cNvPr>
          <p:cNvSpPr>
            <a:spLocks noGrp="1"/>
          </p:cNvSpPr>
          <p:nvPr>
            <p:ph sz="quarter" idx="13"/>
          </p:nvPr>
        </p:nvSpPr>
        <p:spPr>
          <a:xfrm>
            <a:off x="444500" y="1463040"/>
            <a:ext cx="10854871" cy="4489891"/>
          </a:xfrm>
        </p:spPr>
        <p:txBody>
          <a:bodyPr>
            <a:normAutofit/>
          </a:bodyPr>
          <a:lstStyle/>
          <a:p>
            <a:r>
              <a:rPr lang="en-US" sz="2000" dirty="0"/>
              <a:t>The following KPIs were used to measure performance:</a:t>
            </a:r>
          </a:p>
          <a:p>
            <a:pPr>
              <a:buFont typeface="Arial" panose="020B0604020202020204" pitchFamily="34" charset="0"/>
              <a:buChar char="•"/>
            </a:pPr>
            <a:r>
              <a:rPr lang="en-US" sz="2000" dirty="0"/>
              <a:t>Total Spend – Total money spent on all marketing campaigns</a:t>
            </a:r>
          </a:p>
          <a:p>
            <a:pPr>
              <a:buFont typeface="Arial" panose="020B0604020202020204" pitchFamily="34" charset="0"/>
              <a:buChar char="•"/>
            </a:pPr>
            <a:r>
              <a:rPr lang="en-US" sz="2000" dirty="0"/>
              <a:t>Total Clicks – Total number of ad clicks generated</a:t>
            </a:r>
          </a:p>
          <a:p>
            <a:pPr>
              <a:buFont typeface="Arial" panose="020B0604020202020204" pitchFamily="34" charset="0"/>
              <a:buChar char="•"/>
            </a:pPr>
            <a:r>
              <a:rPr lang="en-US" sz="2000" dirty="0"/>
              <a:t>Total Conversions – Number of customers who made a purchase</a:t>
            </a:r>
          </a:p>
          <a:p>
            <a:pPr>
              <a:buFont typeface="Arial" panose="020B0604020202020204" pitchFamily="34" charset="0"/>
              <a:buChar char="•"/>
            </a:pPr>
            <a:r>
              <a:rPr lang="en-US" sz="2000" dirty="0"/>
              <a:t>Total Revenue – Total sales generated from campaigns</a:t>
            </a:r>
          </a:p>
        </p:txBody>
      </p:sp>
    </p:spTree>
    <p:extLst>
      <p:ext uri="{BB962C8B-B14F-4D97-AF65-F5344CB8AC3E}">
        <p14:creationId xmlns:p14="http://schemas.microsoft.com/office/powerpoint/2010/main" val="3083778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BA2C7E9-DC20-A7CD-7737-2DBF7B80CE66}"/>
              </a:ext>
            </a:extLst>
          </p:cNvPr>
          <p:cNvSpPr>
            <a:spLocks noGrp="1"/>
          </p:cNvSpPr>
          <p:nvPr>
            <p:ph type="title"/>
          </p:nvPr>
        </p:nvSpPr>
        <p:spPr/>
        <p:txBody>
          <a:bodyPr>
            <a:normAutofit/>
          </a:bodyPr>
          <a:lstStyle/>
          <a:p>
            <a:r>
              <a:rPr lang="en-IN" dirty="0"/>
              <a:t> Business Questions / Challenges</a:t>
            </a:r>
            <a:endParaRPr lang="en-US" dirty="0"/>
          </a:p>
        </p:txBody>
      </p:sp>
      <p:sp>
        <p:nvSpPr>
          <p:cNvPr id="5" name="Content Placeholder 4">
            <a:extLst>
              <a:ext uri="{FF2B5EF4-FFF2-40B4-BE49-F238E27FC236}">
                <a16:creationId xmlns:a16="http://schemas.microsoft.com/office/drawing/2014/main" id="{E4BD9A04-6070-3A4A-2AC0-0A472F47D15E}"/>
              </a:ext>
            </a:extLst>
          </p:cNvPr>
          <p:cNvSpPr>
            <a:spLocks noGrp="1"/>
          </p:cNvSpPr>
          <p:nvPr>
            <p:ph sz="quarter" idx="13"/>
          </p:nvPr>
        </p:nvSpPr>
        <p:spPr>
          <a:xfrm>
            <a:off x="444500" y="1463040"/>
            <a:ext cx="10854871" cy="4489891"/>
          </a:xfrm>
        </p:spPr>
        <p:txBody>
          <a:bodyPr>
            <a:normAutofit/>
          </a:bodyPr>
          <a:lstStyle/>
          <a:p>
            <a:r>
              <a:rPr lang="en-US" sz="2000" dirty="0">
                <a:solidFill>
                  <a:srgbClr val="000000"/>
                </a:solidFill>
                <a:effectLst/>
              </a:rPr>
              <a:t>Which campaigns delivered the highest ROI?</a:t>
            </a:r>
            <a:endParaRPr lang="en-US" sz="2000" dirty="0"/>
          </a:p>
        </p:txBody>
      </p:sp>
      <p:pic>
        <p:nvPicPr>
          <p:cNvPr id="3" name="Picture 2">
            <a:extLst>
              <a:ext uri="{FF2B5EF4-FFF2-40B4-BE49-F238E27FC236}">
                <a16:creationId xmlns:a16="http://schemas.microsoft.com/office/drawing/2014/main" id="{4A656D68-9171-80D0-990F-37C4BC4F2A3D}"/>
              </a:ext>
            </a:extLst>
          </p:cNvPr>
          <p:cNvPicPr>
            <a:picLocks noChangeAspect="1"/>
          </p:cNvPicPr>
          <p:nvPr/>
        </p:nvPicPr>
        <p:blipFill>
          <a:blip r:embed="rId2"/>
          <a:stretch>
            <a:fillRect/>
          </a:stretch>
        </p:blipFill>
        <p:spPr>
          <a:xfrm>
            <a:off x="684339" y="2223127"/>
            <a:ext cx="5165956" cy="3440555"/>
          </a:xfrm>
          <a:prstGeom prst="rect">
            <a:avLst/>
          </a:prstGeom>
        </p:spPr>
      </p:pic>
      <p:sp>
        <p:nvSpPr>
          <p:cNvPr id="2" name="Rectangle 1">
            <a:extLst>
              <a:ext uri="{FF2B5EF4-FFF2-40B4-BE49-F238E27FC236}">
                <a16:creationId xmlns:a16="http://schemas.microsoft.com/office/drawing/2014/main" id="{1D925F3A-F9DF-6EB8-6BD5-0F5AB918F0BF}"/>
              </a:ext>
            </a:extLst>
          </p:cNvPr>
          <p:cNvSpPr>
            <a:spLocks noChangeArrowheads="1"/>
          </p:cNvSpPr>
          <p:nvPr/>
        </p:nvSpPr>
        <p:spPr bwMode="auto">
          <a:xfrm>
            <a:off x="6341707" y="2674054"/>
            <a:ext cx="4201885"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rPr>
              <a:t>This graph shows the return on investment for each campaign.</a:t>
            </a:r>
          </a:p>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endParaRPr>
          </a:p>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rPr>
              <a:t>Higher ROI means better profit for the money spent.</a:t>
            </a:r>
          </a:p>
          <a:p>
            <a:pPr marR="0" lvl="0"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endParaRPr>
          </a:p>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rPr>
              <a:t>It helps find the most cost-efficient campaigns.</a:t>
            </a:r>
          </a:p>
        </p:txBody>
      </p:sp>
    </p:spTree>
    <p:extLst>
      <p:ext uri="{BB962C8B-B14F-4D97-AF65-F5344CB8AC3E}">
        <p14:creationId xmlns:p14="http://schemas.microsoft.com/office/powerpoint/2010/main" val="25146902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BA2C7E9-DC20-A7CD-7737-2DBF7B80CE66}"/>
              </a:ext>
            </a:extLst>
          </p:cNvPr>
          <p:cNvSpPr>
            <a:spLocks noGrp="1"/>
          </p:cNvSpPr>
          <p:nvPr>
            <p:ph type="title"/>
          </p:nvPr>
        </p:nvSpPr>
        <p:spPr>
          <a:xfrm>
            <a:off x="444500" y="396340"/>
            <a:ext cx="11210544" cy="557784"/>
          </a:xfrm>
        </p:spPr>
        <p:txBody>
          <a:bodyPr>
            <a:normAutofit/>
          </a:bodyPr>
          <a:lstStyle/>
          <a:p>
            <a:r>
              <a:rPr lang="en-IN" dirty="0"/>
              <a:t> Business Questions / Challenges</a:t>
            </a:r>
            <a:endParaRPr lang="en-US" dirty="0"/>
          </a:p>
        </p:txBody>
      </p:sp>
      <p:sp>
        <p:nvSpPr>
          <p:cNvPr id="5" name="Content Placeholder 4">
            <a:extLst>
              <a:ext uri="{FF2B5EF4-FFF2-40B4-BE49-F238E27FC236}">
                <a16:creationId xmlns:a16="http://schemas.microsoft.com/office/drawing/2014/main" id="{E4BD9A04-6070-3A4A-2AC0-0A472F47D15E}"/>
              </a:ext>
            </a:extLst>
          </p:cNvPr>
          <p:cNvSpPr>
            <a:spLocks noGrp="1"/>
          </p:cNvSpPr>
          <p:nvPr>
            <p:ph sz="quarter" idx="13"/>
          </p:nvPr>
        </p:nvSpPr>
        <p:spPr>
          <a:xfrm>
            <a:off x="444500" y="1463040"/>
            <a:ext cx="10854871" cy="4489891"/>
          </a:xfrm>
        </p:spPr>
        <p:txBody>
          <a:bodyPr>
            <a:normAutofit/>
          </a:bodyPr>
          <a:lstStyle/>
          <a:p>
            <a:r>
              <a:rPr lang="en-US" sz="2000" dirty="0">
                <a:solidFill>
                  <a:srgbClr val="000000"/>
                </a:solidFill>
                <a:effectLst/>
              </a:rPr>
              <a:t>Which channels (social media, influencer, email, events) are most effective in terms of conversions and cost per acquisition?</a:t>
            </a:r>
            <a:endParaRPr lang="en-US" sz="2000" dirty="0"/>
          </a:p>
        </p:txBody>
      </p:sp>
      <p:pic>
        <p:nvPicPr>
          <p:cNvPr id="3" name="Picture 2">
            <a:extLst>
              <a:ext uri="{FF2B5EF4-FFF2-40B4-BE49-F238E27FC236}">
                <a16:creationId xmlns:a16="http://schemas.microsoft.com/office/drawing/2014/main" id="{F5636094-CB6E-2339-D100-B6FC4B72C9A9}"/>
              </a:ext>
            </a:extLst>
          </p:cNvPr>
          <p:cNvPicPr>
            <a:picLocks noChangeAspect="1"/>
          </p:cNvPicPr>
          <p:nvPr/>
        </p:nvPicPr>
        <p:blipFill>
          <a:blip r:embed="rId2"/>
          <a:stretch>
            <a:fillRect/>
          </a:stretch>
        </p:blipFill>
        <p:spPr>
          <a:xfrm>
            <a:off x="615459" y="2496452"/>
            <a:ext cx="4874753" cy="3850455"/>
          </a:xfrm>
          <a:prstGeom prst="rect">
            <a:avLst/>
          </a:prstGeom>
        </p:spPr>
      </p:pic>
      <p:sp>
        <p:nvSpPr>
          <p:cNvPr id="2" name="Rectangle 1">
            <a:extLst>
              <a:ext uri="{FF2B5EF4-FFF2-40B4-BE49-F238E27FC236}">
                <a16:creationId xmlns:a16="http://schemas.microsoft.com/office/drawing/2014/main" id="{550CC899-9D8A-D2FE-ADBE-F8B47748E2E0}"/>
              </a:ext>
            </a:extLst>
          </p:cNvPr>
          <p:cNvSpPr>
            <a:spLocks noChangeArrowheads="1"/>
          </p:cNvSpPr>
          <p:nvPr/>
        </p:nvSpPr>
        <p:spPr bwMode="auto">
          <a:xfrm>
            <a:off x="6008914" y="3102932"/>
            <a:ext cx="5461416"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rPr>
              <a:t>This shows the relationship between leads and conversions.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rPr>
              <a:t>More leads generally result in more conversions.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rPr>
              <a:t>Helps evaluate lead quality and campaign effectiveness.</a:t>
            </a:r>
          </a:p>
        </p:txBody>
      </p:sp>
    </p:spTree>
    <p:extLst>
      <p:ext uri="{BB962C8B-B14F-4D97-AF65-F5344CB8AC3E}">
        <p14:creationId xmlns:p14="http://schemas.microsoft.com/office/powerpoint/2010/main" val="35663983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BA2C7E9-DC20-A7CD-7737-2DBF7B80CE66}"/>
              </a:ext>
            </a:extLst>
          </p:cNvPr>
          <p:cNvSpPr>
            <a:spLocks noGrp="1"/>
          </p:cNvSpPr>
          <p:nvPr>
            <p:ph type="title"/>
          </p:nvPr>
        </p:nvSpPr>
        <p:spPr/>
        <p:txBody>
          <a:bodyPr>
            <a:normAutofit/>
          </a:bodyPr>
          <a:lstStyle/>
          <a:p>
            <a:r>
              <a:rPr lang="en-IN" dirty="0"/>
              <a:t> Business Questions / Challenges</a:t>
            </a:r>
            <a:endParaRPr lang="en-US" dirty="0"/>
          </a:p>
        </p:txBody>
      </p:sp>
      <p:sp>
        <p:nvSpPr>
          <p:cNvPr id="5" name="Content Placeholder 4">
            <a:extLst>
              <a:ext uri="{FF2B5EF4-FFF2-40B4-BE49-F238E27FC236}">
                <a16:creationId xmlns:a16="http://schemas.microsoft.com/office/drawing/2014/main" id="{E4BD9A04-6070-3A4A-2AC0-0A472F47D15E}"/>
              </a:ext>
            </a:extLst>
          </p:cNvPr>
          <p:cNvSpPr>
            <a:spLocks noGrp="1"/>
          </p:cNvSpPr>
          <p:nvPr>
            <p:ph sz="quarter" idx="13"/>
          </p:nvPr>
        </p:nvSpPr>
        <p:spPr>
          <a:xfrm>
            <a:off x="444500" y="1463040"/>
            <a:ext cx="11210544" cy="4713825"/>
          </a:xfrm>
        </p:spPr>
        <p:txBody>
          <a:bodyPr>
            <a:normAutofit/>
          </a:bodyPr>
          <a:lstStyle/>
          <a:p>
            <a:r>
              <a:rPr lang="en-US" sz="2400" dirty="0">
                <a:solidFill>
                  <a:srgbClr val="000000"/>
                </a:solidFill>
                <a:effectLst/>
              </a:rPr>
              <a:t>Are there campaigns that generated high leads but low conversions? Why?</a:t>
            </a:r>
            <a:endParaRPr lang="en-US" sz="2400" dirty="0"/>
          </a:p>
        </p:txBody>
      </p:sp>
      <p:pic>
        <p:nvPicPr>
          <p:cNvPr id="3" name="Picture 2">
            <a:extLst>
              <a:ext uri="{FF2B5EF4-FFF2-40B4-BE49-F238E27FC236}">
                <a16:creationId xmlns:a16="http://schemas.microsoft.com/office/drawing/2014/main" id="{054F4885-9F93-A7A8-85D1-2FC2200A9885}"/>
              </a:ext>
            </a:extLst>
          </p:cNvPr>
          <p:cNvPicPr>
            <a:picLocks noChangeAspect="1"/>
          </p:cNvPicPr>
          <p:nvPr/>
        </p:nvPicPr>
        <p:blipFill>
          <a:blip r:embed="rId2"/>
          <a:stretch>
            <a:fillRect/>
          </a:stretch>
        </p:blipFill>
        <p:spPr>
          <a:xfrm>
            <a:off x="611923" y="2317402"/>
            <a:ext cx="5701390" cy="3523562"/>
          </a:xfrm>
          <a:prstGeom prst="rect">
            <a:avLst/>
          </a:prstGeom>
        </p:spPr>
      </p:pic>
      <p:sp>
        <p:nvSpPr>
          <p:cNvPr id="2" name="TextBox 1">
            <a:extLst>
              <a:ext uri="{FF2B5EF4-FFF2-40B4-BE49-F238E27FC236}">
                <a16:creationId xmlns:a16="http://schemas.microsoft.com/office/drawing/2014/main" id="{A5514074-C857-8DF5-A12A-05805C499299}"/>
              </a:ext>
            </a:extLst>
          </p:cNvPr>
          <p:cNvSpPr txBox="1"/>
          <p:nvPr/>
        </p:nvSpPr>
        <p:spPr>
          <a:xfrm>
            <a:off x="7035282" y="2774601"/>
            <a:ext cx="4394190" cy="2308324"/>
          </a:xfrm>
          <a:prstGeom prst="rect">
            <a:avLst/>
          </a:prstGeom>
          <a:noFill/>
        </p:spPr>
        <p:txBody>
          <a:bodyPr wrap="square" rtlCol="0">
            <a:spAutoFit/>
          </a:bodyPr>
          <a:lstStyle/>
          <a:p>
            <a:pPr marL="285750" indent="-285750">
              <a:buFont typeface="Arial" panose="020B0604020202020204" pitchFamily="34" charset="0"/>
              <a:buChar char="•"/>
            </a:pPr>
            <a:r>
              <a:rPr lang="en-US" dirty="0"/>
              <a:t>This graph shows how many conversions each campaign generated.</a:t>
            </a:r>
          </a:p>
          <a:p>
            <a:endParaRPr lang="en-US" dirty="0"/>
          </a:p>
          <a:p>
            <a:pPr marL="285750" indent="-285750">
              <a:buFont typeface="Arial" panose="020B0604020202020204" pitchFamily="34" charset="0"/>
              <a:buChar char="•"/>
            </a:pPr>
            <a:r>
              <a:rPr lang="en-US" dirty="0"/>
              <a:t>Some campaigns perform much better than others.</a:t>
            </a:r>
          </a:p>
          <a:p>
            <a:endParaRPr lang="en-US" dirty="0"/>
          </a:p>
          <a:p>
            <a:pPr marL="285750" indent="-285750">
              <a:buFont typeface="Arial" panose="020B0604020202020204" pitchFamily="34" charset="0"/>
              <a:buChar char="•"/>
            </a:pPr>
            <a:r>
              <a:rPr lang="en-US" dirty="0"/>
              <a:t>It helps identify which campaigns are most effective.</a:t>
            </a:r>
            <a:endParaRPr lang="en-IN" dirty="0"/>
          </a:p>
        </p:txBody>
      </p:sp>
    </p:spTree>
    <p:extLst>
      <p:ext uri="{BB962C8B-B14F-4D97-AF65-F5344CB8AC3E}">
        <p14:creationId xmlns:p14="http://schemas.microsoft.com/office/powerpoint/2010/main" val="40952209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BA2C7E9-DC20-A7CD-7737-2DBF7B80CE66}"/>
              </a:ext>
            </a:extLst>
          </p:cNvPr>
          <p:cNvSpPr>
            <a:spLocks noGrp="1"/>
          </p:cNvSpPr>
          <p:nvPr>
            <p:ph type="title"/>
          </p:nvPr>
        </p:nvSpPr>
        <p:spPr/>
        <p:txBody>
          <a:bodyPr>
            <a:normAutofit/>
          </a:bodyPr>
          <a:lstStyle/>
          <a:p>
            <a:r>
              <a:rPr lang="en-IN" dirty="0"/>
              <a:t> Business Questions / Challenges</a:t>
            </a:r>
            <a:endParaRPr lang="en-US" dirty="0"/>
          </a:p>
        </p:txBody>
      </p:sp>
      <p:sp>
        <p:nvSpPr>
          <p:cNvPr id="5" name="Content Placeholder 4">
            <a:extLst>
              <a:ext uri="{FF2B5EF4-FFF2-40B4-BE49-F238E27FC236}">
                <a16:creationId xmlns:a16="http://schemas.microsoft.com/office/drawing/2014/main" id="{E4BD9A04-6070-3A4A-2AC0-0A472F47D15E}"/>
              </a:ext>
            </a:extLst>
          </p:cNvPr>
          <p:cNvSpPr>
            <a:spLocks noGrp="1"/>
          </p:cNvSpPr>
          <p:nvPr>
            <p:ph sz="quarter" idx="13"/>
          </p:nvPr>
        </p:nvSpPr>
        <p:spPr>
          <a:xfrm>
            <a:off x="444500" y="1463040"/>
            <a:ext cx="10854871" cy="4489891"/>
          </a:xfrm>
        </p:spPr>
        <p:txBody>
          <a:bodyPr>
            <a:normAutofit/>
          </a:bodyPr>
          <a:lstStyle/>
          <a:p>
            <a:r>
              <a:rPr lang="en-US" sz="2000" dirty="0">
                <a:solidFill>
                  <a:srgbClr val="000000"/>
                </a:solidFill>
                <a:effectLst/>
              </a:rPr>
              <a:t>Recommend strategies to improve ROI across campaigns (e.g., channel focus, timing, audience targeting).</a:t>
            </a:r>
            <a:endParaRPr lang="en-US" sz="2000" dirty="0"/>
          </a:p>
        </p:txBody>
      </p:sp>
      <p:pic>
        <p:nvPicPr>
          <p:cNvPr id="6" name="Picture 5">
            <a:extLst>
              <a:ext uri="{FF2B5EF4-FFF2-40B4-BE49-F238E27FC236}">
                <a16:creationId xmlns:a16="http://schemas.microsoft.com/office/drawing/2014/main" id="{AC8D82D4-3394-A88F-56CB-2C79BD87E73A}"/>
              </a:ext>
            </a:extLst>
          </p:cNvPr>
          <p:cNvPicPr>
            <a:picLocks noChangeAspect="1"/>
          </p:cNvPicPr>
          <p:nvPr/>
        </p:nvPicPr>
        <p:blipFill>
          <a:blip r:embed="rId2"/>
          <a:stretch>
            <a:fillRect/>
          </a:stretch>
        </p:blipFill>
        <p:spPr>
          <a:xfrm>
            <a:off x="619529" y="2384251"/>
            <a:ext cx="5928755" cy="3652633"/>
          </a:xfrm>
          <a:prstGeom prst="rect">
            <a:avLst/>
          </a:prstGeom>
        </p:spPr>
      </p:pic>
      <p:sp>
        <p:nvSpPr>
          <p:cNvPr id="2" name="Rectangle 1">
            <a:extLst>
              <a:ext uri="{FF2B5EF4-FFF2-40B4-BE49-F238E27FC236}">
                <a16:creationId xmlns:a16="http://schemas.microsoft.com/office/drawing/2014/main" id="{7FA9E5BC-82FA-0701-C415-0B3FD95E785E}"/>
              </a:ext>
            </a:extLst>
          </p:cNvPr>
          <p:cNvSpPr>
            <a:spLocks noChangeArrowheads="1"/>
          </p:cNvSpPr>
          <p:nvPr/>
        </p:nvSpPr>
        <p:spPr bwMode="auto">
          <a:xfrm flipH="1">
            <a:off x="6848668" y="2865148"/>
            <a:ext cx="4450701"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rPr>
              <a:t>This graph shows the return on investment for each campaign.</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rPr>
              <a:t>Higher ROI means better profit for the money spent.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rPr>
              <a:t>It helps find the most cost-efficient campaigns.</a:t>
            </a:r>
          </a:p>
        </p:txBody>
      </p:sp>
    </p:spTree>
    <p:extLst>
      <p:ext uri="{BB962C8B-B14F-4D97-AF65-F5344CB8AC3E}">
        <p14:creationId xmlns:p14="http://schemas.microsoft.com/office/powerpoint/2010/main" val="1141743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BA2C7E9-DC20-A7CD-7737-2DBF7B80CE66}"/>
              </a:ext>
            </a:extLst>
          </p:cNvPr>
          <p:cNvSpPr>
            <a:spLocks noGrp="1"/>
          </p:cNvSpPr>
          <p:nvPr>
            <p:ph type="title"/>
          </p:nvPr>
        </p:nvSpPr>
        <p:spPr/>
        <p:txBody>
          <a:bodyPr>
            <a:normAutofit/>
          </a:bodyPr>
          <a:lstStyle/>
          <a:p>
            <a:r>
              <a:rPr lang="en-IN" dirty="0"/>
              <a:t> Dashboard</a:t>
            </a:r>
            <a:endParaRPr lang="en-US" dirty="0"/>
          </a:p>
        </p:txBody>
      </p:sp>
      <p:pic>
        <p:nvPicPr>
          <p:cNvPr id="3" name="Content Placeholder 2">
            <a:extLst>
              <a:ext uri="{FF2B5EF4-FFF2-40B4-BE49-F238E27FC236}">
                <a16:creationId xmlns:a16="http://schemas.microsoft.com/office/drawing/2014/main" id="{009E93C0-7B80-D2CB-1A74-03D24EB8B5B6}"/>
              </a:ext>
            </a:extLst>
          </p:cNvPr>
          <p:cNvPicPr>
            <a:picLocks noGrp="1" noChangeAspect="1"/>
          </p:cNvPicPr>
          <p:nvPr>
            <p:ph sz="quarter" idx="13"/>
          </p:nvPr>
        </p:nvPicPr>
        <p:blipFill>
          <a:blip r:embed="rId2"/>
          <a:stretch>
            <a:fillRect/>
          </a:stretch>
        </p:blipFill>
        <p:spPr>
          <a:xfrm>
            <a:off x="558536" y="1238865"/>
            <a:ext cx="10964869" cy="5506064"/>
          </a:xfrm>
        </p:spPr>
      </p:pic>
    </p:spTree>
    <p:extLst>
      <p:ext uri="{BB962C8B-B14F-4D97-AF65-F5344CB8AC3E}">
        <p14:creationId xmlns:p14="http://schemas.microsoft.com/office/powerpoint/2010/main" val="87402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BA2C7E9-DC20-A7CD-7737-2DBF7B80CE66}"/>
              </a:ext>
            </a:extLst>
          </p:cNvPr>
          <p:cNvSpPr>
            <a:spLocks noGrp="1"/>
          </p:cNvSpPr>
          <p:nvPr>
            <p:ph type="title"/>
          </p:nvPr>
        </p:nvSpPr>
        <p:spPr/>
        <p:txBody>
          <a:bodyPr/>
          <a:lstStyle/>
          <a:p>
            <a:r>
              <a:rPr lang="en-US" dirty="0"/>
              <a:t>Conclusion</a:t>
            </a:r>
          </a:p>
        </p:txBody>
      </p:sp>
      <p:sp>
        <p:nvSpPr>
          <p:cNvPr id="5" name="Content Placeholder 4">
            <a:extLst>
              <a:ext uri="{FF2B5EF4-FFF2-40B4-BE49-F238E27FC236}">
                <a16:creationId xmlns:a16="http://schemas.microsoft.com/office/drawing/2014/main" id="{E4BD9A04-6070-3A4A-2AC0-0A472F47D15E}"/>
              </a:ext>
            </a:extLst>
          </p:cNvPr>
          <p:cNvSpPr>
            <a:spLocks noGrp="1"/>
          </p:cNvSpPr>
          <p:nvPr>
            <p:ph sz="quarter" idx="13"/>
          </p:nvPr>
        </p:nvSpPr>
        <p:spPr>
          <a:xfrm>
            <a:off x="444500" y="1463040"/>
            <a:ext cx="10854871" cy="4489891"/>
          </a:xfrm>
        </p:spPr>
        <p:txBody>
          <a:bodyPr>
            <a:normAutofit/>
          </a:bodyPr>
          <a:lstStyle/>
          <a:p>
            <a:pPr>
              <a:lnSpc>
                <a:spcPct val="150000"/>
              </a:lnSpc>
            </a:pPr>
            <a:r>
              <a:rPr lang="en-US" sz="2000" dirty="0"/>
              <a:t>The analysis of Glow Up marketing campaigns highlights the effectiveness of different marketing channels in generating revenue and conversions. Influencer and social media campaigns showed strong performance in terms of ROI and customer engagement, while some campaigns generated high leads but lower conversions, indicating opportunities for improvement in targeting and campaign strategy</a:t>
            </a:r>
          </a:p>
        </p:txBody>
      </p:sp>
    </p:spTree>
    <p:extLst>
      <p:ext uri="{BB962C8B-B14F-4D97-AF65-F5344CB8AC3E}">
        <p14:creationId xmlns:p14="http://schemas.microsoft.com/office/powerpoint/2010/main" val="2562050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C573EC-4026-2345-DCA4-F693DC03D04D}"/>
              </a:ext>
            </a:extLst>
          </p:cNvPr>
          <p:cNvSpPr>
            <a:spLocks noGrp="1"/>
          </p:cNvSpPr>
          <p:nvPr>
            <p:ph type="title"/>
          </p:nvPr>
        </p:nvSpPr>
        <p:spPr/>
        <p:txBody>
          <a:bodyPr/>
          <a:lstStyle/>
          <a:p>
            <a:r>
              <a:rPr lang="en-IN" dirty="0"/>
              <a:t>Recommendations</a:t>
            </a:r>
          </a:p>
        </p:txBody>
      </p:sp>
      <p:sp>
        <p:nvSpPr>
          <p:cNvPr id="3" name="Content Placeholder 2">
            <a:extLst>
              <a:ext uri="{FF2B5EF4-FFF2-40B4-BE49-F238E27FC236}">
                <a16:creationId xmlns:a16="http://schemas.microsoft.com/office/drawing/2014/main" id="{4DC088D8-6BF9-F761-C6A6-82C7C13E74D8}"/>
              </a:ext>
            </a:extLst>
          </p:cNvPr>
          <p:cNvSpPr>
            <a:spLocks noGrp="1"/>
          </p:cNvSpPr>
          <p:nvPr>
            <p:ph sz="quarter" idx="13"/>
          </p:nvPr>
        </p:nvSpPr>
        <p:spPr/>
        <p:txBody>
          <a:bodyPr>
            <a:normAutofit/>
          </a:bodyPr>
          <a:lstStyle/>
          <a:p>
            <a:pPr marL="342900" indent="-342900">
              <a:buFont typeface="Arial" panose="020B0604020202020204" pitchFamily="34" charset="0"/>
              <a:buChar char="•"/>
            </a:pPr>
            <a:r>
              <a:rPr lang="en-US" sz="2000" dirty="0"/>
              <a:t>Allocate more budget to high-ROI channels like social media and influencer campaigns to maximize returns. </a:t>
            </a:r>
          </a:p>
          <a:p>
            <a:pPr marL="342900" indent="-342900">
              <a:buFont typeface="Arial" panose="020B0604020202020204" pitchFamily="34" charset="0"/>
              <a:buChar char="•"/>
            </a:pPr>
            <a:r>
              <a:rPr lang="en-US" sz="2000" dirty="0"/>
              <a:t>Improve targeting and content strategy for campaigns with high leads but low conversions. </a:t>
            </a:r>
          </a:p>
          <a:p>
            <a:pPr marL="342900" indent="-342900">
              <a:buFont typeface="Arial" panose="020B0604020202020204" pitchFamily="34" charset="0"/>
              <a:buChar char="•"/>
            </a:pPr>
            <a:r>
              <a:rPr lang="en-US" sz="2000" dirty="0"/>
              <a:t>Optimize underperforming campaigns by reducing spend or redesigning strategy. </a:t>
            </a:r>
          </a:p>
          <a:p>
            <a:pPr marL="342900" indent="-342900">
              <a:buFont typeface="Arial" panose="020B0604020202020204" pitchFamily="34" charset="0"/>
              <a:buChar char="•"/>
            </a:pPr>
            <a:r>
              <a:rPr lang="en-US" sz="2000" dirty="0"/>
              <a:t>Continuously track campaign performance and adjust budget allocation using data-driven insights. </a:t>
            </a:r>
          </a:p>
          <a:p>
            <a:pPr marL="342900" indent="-342900">
              <a:buFont typeface="Arial" panose="020B0604020202020204" pitchFamily="34" charset="0"/>
              <a:buChar char="•"/>
            </a:pPr>
            <a:endParaRPr lang="en-IN" sz="2000" dirty="0"/>
          </a:p>
        </p:txBody>
      </p:sp>
    </p:spTree>
    <p:extLst>
      <p:ext uri="{BB962C8B-B14F-4D97-AF65-F5344CB8AC3E}">
        <p14:creationId xmlns:p14="http://schemas.microsoft.com/office/powerpoint/2010/main" val="8786814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FB0496F-9AEF-B173-616A-8E0394977E5C}"/>
              </a:ext>
            </a:extLst>
          </p:cNvPr>
          <p:cNvSpPr txBox="1"/>
          <p:nvPr/>
        </p:nvSpPr>
        <p:spPr>
          <a:xfrm>
            <a:off x="488302" y="3171149"/>
            <a:ext cx="11215395" cy="64633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solidFill>
                  <a:srgbClr val="000000"/>
                </a:solidFill>
                <a:effectLst/>
                <a:uLnTx/>
                <a:uFillTx/>
                <a:latin typeface="Segoe UI"/>
                <a:ea typeface="+mn-ea"/>
                <a:cs typeface="+mn-cs"/>
              </a:rPr>
              <a:t>THANK YOU!</a:t>
            </a:r>
            <a:endParaRPr kumimoji="0" lang="en-IN" sz="3600" b="0" i="0" u="none" strike="noStrike" kern="1200" cap="none" spc="0" normalizeH="0" baseline="0" noProof="0" dirty="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1334651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WelcomeDoc">
  <a:themeElements>
    <a:clrScheme name="Custom 1">
      <a:dk1>
        <a:srgbClr val="000000"/>
      </a:dk1>
      <a:lt1>
        <a:srgbClr val="FFFFFF"/>
      </a:lt1>
      <a:dk2>
        <a:srgbClr val="44546A"/>
      </a:dk2>
      <a:lt2>
        <a:srgbClr val="E7E6E6"/>
      </a:lt2>
      <a:accent1>
        <a:srgbClr val="4472C4"/>
      </a:accent1>
      <a:accent2>
        <a:srgbClr val="CF3D1C"/>
      </a:accent2>
      <a:accent3>
        <a:srgbClr val="A5A5A5"/>
      </a:accent3>
      <a:accent4>
        <a:srgbClr val="FFC000"/>
      </a:accent4>
      <a:accent5>
        <a:srgbClr val="5B9BD5"/>
      </a:accent5>
      <a:accent6>
        <a:srgbClr val="70AD47"/>
      </a:accent6>
      <a:hlink>
        <a:srgbClr val="0563C1"/>
      </a:hlink>
      <a:folHlink>
        <a:srgbClr val="954F72"/>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44889724_Win32" id="{A47D2243-58B7-4EA1-AC61-F4DDB07AC155}" vid="{5B84BEAD-BCA6-42F5-9270-6ECA397995EE}"/>
    </a:ext>
  </a:extLst>
</a:theme>
</file>

<file path=docProps/app.xml><?xml version="1.0" encoding="utf-8"?>
<Properties xmlns="http://schemas.openxmlformats.org/officeDocument/2006/extended-properties" xmlns:vt="http://schemas.openxmlformats.org/officeDocument/2006/docPropsVTypes">
  <TotalTime>84</TotalTime>
  <Words>577</Words>
  <Application>Microsoft Office PowerPoint</Application>
  <PresentationFormat>Widescreen</PresentationFormat>
  <Paragraphs>55</Paragraphs>
  <Slides>13</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13</vt:i4>
      </vt:variant>
    </vt:vector>
  </HeadingPairs>
  <TitlesOfParts>
    <vt:vector size="20" baseType="lpstr">
      <vt:lpstr>Aptos</vt:lpstr>
      <vt:lpstr>Aptos Display</vt:lpstr>
      <vt:lpstr>Arial</vt:lpstr>
      <vt:lpstr>Plus Jakarta Sans</vt:lpstr>
      <vt:lpstr>Segoe UI</vt:lpstr>
      <vt:lpstr>Office Theme</vt:lpstr>
      <vt:lpstr>WelcomeDoc</vt:lpstr>
      <vt:lpstr>Marketing Campaign ROI Analysis</vt:lpstr>
      <vt:lpstr>Introduction</vt:lpstr>
      <vt:lpstr>Business Background</vt:lpstr>
      <vt:lpstr>Business Objective</vt:lpstr>
      <vt:lpstr>KPI’s</vt:lpstr>
      <vt:lpstr> Business Questions / Challenges</vt:lpstr>
      <vt:lpstr> Business Questions / Challenges</vt:lpstr>
      <vt:lpstr> Business Questions / Challenges</vt:lpstr>
      <vt:lpstr> Business Questions / Challenges</vt:lpstr>
      <vt:lpstr> Dashboard</vt:lpstr>
      <vt:lpstr>Conclusion</vt:lpstr>
      <vt:lpstr>Recommendations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Rohit Jain</dc:creator>
  <cp:lastModifiedBy>Rohit Jain</cp:lastModifiedBy>
  <cp:revision>5</cp:revision>
  <dcterms:created xsi:type="dcterms:W3CDTF">2026-03-10T07:30:37Z</dcterms:created>
  <dcterms:modified xsi:type="dcterms:W3CDTF">2026-03-22T16:38:23Z</dcterms:modified>
</cp:coreProperties>
</file>